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454" autoAdjust="0"/>
    <p:restoredTop sz="94660"/>
  </p:normalViewPr>
  <p:slideViewPr>
    <p:cSldViewPr snapToGrid="0">
      <p:cViewPr>
        <p:scale>
          <a:sx n="100" d="100"/>
          <a:sy n="100" d="100"/>
        </p:scale>
        <p:origin x="1230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D22A83-83E8-413C-9EFB-F9461D6464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89C904C-FA61-45E4-8A7B-241F5BBB90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8A126D-9AEE-41A9-A59B-6A74FD82AB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8045C-D3FA-4431-9B4A-D5F7958B1B74}" type="datetimeFigureOut">
              <a:rPr lang="en-US" smtClean="0"/>
              <a:t>1/4/2020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4DA2E6-FC62-44EA-A274-0E8D28B94D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D14C1F-8FC9-4C06-B43E-E9DF55B8E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F0A29-C0AD-4445-AA2E-B57BBD2B18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60035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E3DF52-976E-41A6-B026-492F02DFC0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A90614-C2F2-4F31-8EF7-716FCAB19A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3E8797-4E15-4843-BF6B-74A9FBB2C1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8045C-D3FA-4431-9B4A-D5F7958B1B74}" type="datetimeFigureOut">
              <a:rPr lang="en-US" smtClean="0"/>
              <a:t>1/4/2020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8765C6-8980-4BC3-B124-2B3BE2B86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CAAC76-C95A-49D7-8A74-0133D3D64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F0A29-C0AD-4445-AA2E-B57BBD2B18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5618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07E72B-3366-408B-A8C8-3AA0C471A5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50838C-0640-4D28-A2F7-F6C72E503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570476-4F94-4FA2-8D8B-2651513BDB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8045C-D3FA-4431-9B4A-D5F7958B1B74}" type="datetimeFigureOut">
              <a:rPr lang="en-US" smtClean="0"/>
              <a:t>1/4/2020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AD1347-8078-4B5E-8B2F-23982D4E33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F85FDE-BFEF-4DE6-82B3-5EF1009C9F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F0A29-C0AD-4445-AA2E-B57BBD2B18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98324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D5855F-7C51-44A9-BED2-5026F2EFAE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53DB76-A562-484E-BDF1-5188580825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E13DC0-712D-43AA-A8B5-73F243955B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2E0440-579B-4A10-908B-A1DD2628DD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8045C-D3FA-4431-9B4A-D5F7958B1B74}" type="datetimeFigureOut">
              <a:rPr lang="en-US" smtClean="0"/>
              <a:t>1/4/2020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157129-30A8-44C5-926D-3D4FFD7C12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4514D4-6433-4924-BB02-30FCE78CD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F0A29-C0AD-4445-AA2E-B57BBD2B18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56726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314F89-4916-4793-A742-C06A6DCD85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BA7B59-EBD7-40E3-88FA-FDAFF8640B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EF5412-FE75-48F1-B4C5-F8D4BCE1B7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F2E0FEE-D760-49A6-886A-AF1D6E85956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3E576F1-1292-4B99-A0AB-6707A99A1FE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B8E4C44-F077-43D8-BFFB-B8F654EBF2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8045C-D3FA-4431-9B4A-D5F7958B1B74}" type="datetimeFigureOut">
              <a:rPr lang="en-US" smtClean="0"/>
              <a:t>1/4/2020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CB4C0D4-CB6C-43C5-995D-BD53F759F0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BD21CB4-CC56-46BD-A6DB-64F51C5D9F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F0A29-C0AD-4445-AA2E-B57BBD2B18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92924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8DC05A-12F2-4524-9CE9-3EFBB4EBB2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F0C03A-0E5B-4C8A-8F2E-383DB28064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8045C-D3FA-4431-9B4A-D5F7958B1B74}" type="datetimeFigureOut">
              <a:rPr lang="en-US" smtClean="0"/>
              <a:t>1/4/2020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D84205-5B53-4239-AEA2-B81A915043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9CFF1A-70C4-42E9-8C0D-CB427C6755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F0A29-C0AD-4445-AA2E-B57BBD2B18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69718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94467FD-FAD0-4814-8F11-847E214275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8045C-D3FA-4431-9B4A-D5F7958B1B74}" type="datetimeFigureOut">
              <a:rPr lang="en-US" smtClean="0"/>
              <a:t>1/4/2020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7A14451-463D-490F-89BB-72D28CA544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35C4BB-B3BF-4539-8937-1C25921FD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F0A29-C0AD-4445-AA2E-B57BBD2B18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66535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10D763-50EC-40A7-A20F-3146B16612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01C4DA-6F0A-4F50-AF90-4B73610A8C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71337C-79C9-4B12-BD16-E4ADA9A71B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B02904-1287-4091-B40F-78076A93D4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8045C-D3FA-4431-9B4A-D5F7958B1B74}" type="datetimeFigureOut">
              <a:rPr lang="en-US" smtClean="0"/>
              <a:t>1/4/2020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1CAF2D-7B8F-4C64-A425-CA806C6920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C63286-2415-4DDD-BF5D-0A1A2A6AD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F0A29-C0AD-4445-AA2E-B57BBD2B18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02579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2853C1-3A37-4DD7-8EE7-5D28D89679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B904828-B321-4D2A-B059-6FAE87678CF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E1C793-7194-4F56-8930-FB625D13F1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DDDE84-62E3-4B9F-85CB-7B236E6F9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8045C-D3FA-4431-9B4A-D5F7958B1B74}" type="datetimeFigureOut">
              <a:rPr lang="en-US" smtClean="0"/>
              <a:t>1/4/2020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58A04B-4243-449C-BCD5-DFEBD374C0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151C18-F70D-4BA9-979E-5DBB63E4C1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F0A29-C0AD-4445-AA2E-B57BBD2B18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77340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477FD7-C5CC-4C95-9F39-ABB8C3E944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D89BD8E-F7C4-4D04-8DAA-DF54C12EDC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02BB60-621A-4DEA-AB6E-EF490E8613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8045C-D3FA-4431-9B4A-D5F7958B1B74}" type="datetimeFigureOut">
              <a:rPr lang="en-US" smtClean="0"/>
              <a:t>1/4/2020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A32597-6D62-4190-A8A3-9A09F160E4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36116B-5FD0-4A77-8960-23C8879888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F0A29-C0AD-4445-AA2E-B57BBD2B18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29676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07906E1-C95E-4885-8903-EC335174B9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8DA1C7-6449-42D3-9707-2EE9A37902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EBFC33-B03C-4DAD-815C-3F89590937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8045C-D3FA-4431-9B4A-D5F7958B1B74}" type="datetimeFigureOut">
              <a:rPr lang="en-US" smtClean="0"/>
              <a:t>1/4/2020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747846-54B1-43DE-950F-012F06E7EE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48C7CC-9556-48EF-992D-E615A4289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F0A29-C0AD-4445-AA2E-B57BBD2B18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10574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8EE9D64-F392-4B96-8ACC-A73E4930D4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3E23A7-12DE-4B98-AF48-774D0A5860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42033D-BA26-4565-B01B-3E53E7C30BB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98045C-D3FA-4431-9B4A-D5F7958B1B74}" type="datetimeFigureOut">
              <a:rPr lang="en-US" smtClean="0"/>
              <a:t>1/4/2020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086407-08BE-4B83-8367-7C093EA7CD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5D97EE-DEAC-4883-A979-B62A782828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3F0A29-C0AD-4445-AA2E-B57BBD2B18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85691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9" name="Group 288">
            <a:extLst>
              <a:ext uri="{FF2B5EF4-FFF2-40B4-BE49-F238E27FC236}">
                <a16:creationId xmlns:a16="http://schemas.microsoft.com/office/drawing/2014/main" id="{60B2D24E-52CF-4903-8B0D-451ACFF07800}"/>
              </a:ext>
            </a:extLst>
          </p:cNvPr>
          <p:cNvGrpSpPr/>
          <p:nvPr/>
        </p:nvGrpSpPr>
        <p:grpSpPr>
          <a:xfrm>
            <a:off x="7486559" y="1106602"/>
            <a:ext cx="4167358" cy="4743913"/>
            <a:chOff x="1143154" y="1156871"/>
            <a:chExt cx="4167358" cy="4743913"/>
          </a:xfrm>
        </p:grpSpPr>
        <p:grpSp>
          <p:nvGrpSpPr>
            <p:cNvPr id="286" name="Group 285">
              <a:extLst>
                <a:ext uri="{FF2B5EF4-FFF2-40B4-BE49-F238E27FC236}">
                  <a16:creationId xmlns:a16="http://schemas.microsoft.com/office/drawing/2014/main" id="{1928BB45-2EC3-4FDE-8A65-939EA73EDADF}"/>
                </a:ext>
              </a:extLst>
            </p:cNvPr>
            <p:cNvGrpSpPr/>
            <p:nvPr/>
          </p:nvGrpSpPr>
          <p:grpSpPr>
            <a:xfrm>
              <a:off x="1143154" y="1156871"/>
              <a:ext cx="4167358" cy="4100929"/>
              <a:chOff x="1143154" y="1156871"/>
              <a:chExt cx="4167358" cy="4100929"/>
            </a:xfrm>
          </p:grpSpPr>
          <p:grpSp>
            <p:nvGrpSpPr>
              <p:cNvPr id="259" name="Group 258">
                <a:extLst>
                  <a:ext uri="{FF2B5EF4-FFF2-40B4-BE49-F238E27FC236}">
                    <a16:creationId xmlns:a16="http://schemas.microsoft.com/office/drawing/2014/main" id="{2EE58D1C-5F7D-408E-B6A5-B6F967ECD633}"/>
                  </a:ext>
                </a:extLst>
              </p:cNvPr>
              <p:cNvGrpSpPr/>
              <p:nvPr/>
            </p:nvGrpSpPr>
            <p:grpSpPr>
              <a:xfrm rot="5400000">
                <a:off x="-291900" y="3200399"/>
                <a:ext cx="3657600" cy="457200"/>
                <a:chOff x="6110287" y="551626"/>
                <a:chExt cx="3657600" cy="457200"/>
              </a:xfrm>
            </p:grpSpPr>
            <p:sp>
              <p:nvSpPr>
                <p:cNvPr id="260" name="Rectangle 259">
                  <a:extLst>
                    <a:ext uri="{FF2B5EF4-FFF2-40B4-BE49-F238E27FC236}">
                      <a16:creationId xmlns:a16="http://schemas.microsoft.com/office/drawing/2014/main" id="{F9DC5560-0801-419D-B9DE-210ABFE18257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6110287" y="551626"/>
                  <a:ext cx="457200" cy="457200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vert270" rtlCol="0" anchor="ctr"/>
                <a:lstStyle/>
                <a:p>
                  <a:pPr algn="ctr"/>
                  <a:r>
                    <a:rPr lang="en-US" sz="1400" i="1" dirty="0">
                      <a:solidFill>
                        <a:schemeClr val="accent5">
                          <a:lumMod val="75000"/>
                        </a:schemeClr>
                      </a:solidFill>
                    </a:rPr>
                    <a:t>0</a:t>
                  </a:r>
                </a:p>
              </p:txBody>
            </p:sp>
            <p:sp>
              <p:nvSpPr>
                <p:cNvPr id="261" name="Rectangle 260">
                  <a:extLst>
                    <a:ext uri="{FF2B5EF4-FFF2-40B4-BE49-F238E27FC236}">
                      <a16:creationId xmlns:a16="http://schemas.microsoft.com/office/drawing/2014/main" id="{7EBBCA1C-66B8-48E5-ACA0-7BA4D522F26C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6567487" y="551626"/>
                  <a:ext cx="457200" cy="457200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vert270" rtlCol="0" anchor="ctr"/>
                <a:lstStyle/>
                <a:p>
                  <a:pPr algn="ctr"/>
                  <a:r>
                    <a:rPr lang="en-US" sz="1400" i="1" dirty="0">
                      <a:solidFill>
                        <a:schemeClr val="accent5">
                          <a:lumMod val="75000"/>
                        </a:schemeClr>
                      </a:solidFill>
                    </a:rPr>
                    <a:t>1</a:t>
                  </a:r>
                </a:p>
              </p:txBody>
            </p:sp>
            <p:sp>
              <p:nvSpPr>
                <p:cNvPr id="262" name="Rectangle 261">
                  <a:extLst>
                    <a:ext uri="{FF2B5EF4-FFF2-40B4-BE49-F238E27FC236}">
                      <a16:creationId xmlns:a16="http://schemas.microsoft.com/office/drawing/2014/main" id="{F78B5427-C1BF-4B40-9629-7768E1DC6B3A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7024687" y="551626"/>
                  <a:ext cx="457200" cy="457200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vert270" rtlCol="0" anchor="ctr"/>
                <a:lstStyle/>
                <a:p>
                  <a:pPr algn="ctr"/>
                  <a:r>
                    <a:rPr lang="en-US" sz="1400" i="1" dirty="0">
                      <a:solidFill>
                        <a:schemeClr val="accent5">
                          <a:lumMod val="75000"/>
                        </a:schemeClr>
                      </a:solidFill>
                    </a:rPr>
                    <a:t>2</a:t>
                  </a:r>
                </a:p>
              </p:txBody>
            </p:sp>
            <p:sp>
              <p:nvSpPr>
                <p:cNvPr id="263" name="Rectangle 262">
                  <a:extLst>
                    <a:ext uri="{FF2B5EF4-FFF2-40B4-BE49-F238E27FC236}">
                      <a16:creationId xmlns:a16="http://schemas.microsoft.com/office/drawing/2014/main" id="{DAC3C7C2-EF8A-49EB-B228-399F92475EB6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7481887" y="551626"/>
                  <a:ext cx="457200" cy="457200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vert270" rtlCol="0" anchor="ctr"/>
                <a:lstStyle/>
                <a:p>
                  <a:pPr algn="ctr"/>
                  <a:r>
                    <a:rPr lang="en-US" sz="1400" i="1" dirty="0">
                      <a:solidFill>
                        <a:schemeClr val="accent5">
                          <a:lumMod val="75000"/>
                        </a:schemeClr>
                      </a:solidFill>
                    </a:rPr>
                    <a:t>3</a:t>
                  </a:r>
                </a:p>
              </p:txBody>
            </p:sp>
            <p:sp>
              <p:nvSpPr>
                <p:cNvPr id="264" name="Rectangle 263">
                  <a:extLst>
                    <a:ext uri="{FF2B5EF4-FFF2-40B4-BE49-F238E27FC236}">
                      <a16:creationId xmlns:a16="http://schemas.microsoft.com/office/drawing/2014/main" id="{0F31B045-C9D7-4450-9DC2-AF52FAAD37AF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7939087" y="551626"/>
                  <a:ext cx="457200" cy="457200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vert270" rtlCol="0" anchor="ctr"/>
                <a:lstStyle/>
                <a:p>
                  <a:pPr algn="ctr"/>
                  <a:r>
                    <a:rPr lang="en-US" sz="1400" i="1" dirty="0">
                      <a:solidFill>
                        <a:schemeClr val="accent5">
                          <a:lumMod val="75000"/>
                        </a:schemeClr>
                      </a:solidFill>
                    </a:rPr>
                    <a:t>4</a:t>
                  </a:r>
                </a:p>
              </p:txBody>
            </p:sp>
            <p:sp>
              <p:nvSpPr>
                <p:cNvPr id="265" name="Rectangle 264">
                  <a:extLst>
                    <a:ext uri="{FF2B5EF4-FFF2-40B4-BE49-F238E27FC236}">
                      <a16:creationId xmlns:a16="http://schemas.microsoft.com/office/drawing/2014/main" id="{26EC861F-D370-4DF7-A4E3-BE9EF77B9A40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8396287" y="551626"/>
                  <a:ext cx="457200" cy="457200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vert270" rtlCol="0" anchor="ctr"/>
                <a:lstStyle/>
                <a:p>
                  <a:pPr algn="ctr"/>
                  <a:r>
                    <a:rPr lang="en-US" sz="1400" i="1" dirty="0">
                      <a:solidFill>
                        <a:schemeClr val="accent5">
                          <a:lumMod val="75000"/>
                        </a:schemeClr>
                      </a:solidFill>
                    </a:rPr>
                    <a:t>5</a:t>
                  </a:r>
                </a:p>
              </p:txBody>
            </p:sp>
            <p:sp>
              <p:nvSpPr>
                <p:cNvPr id="266" name="Rectangle 265">
                  <a:extLst>
                    <a:ext uri="{FF2B5EF4-FFF2-40B4-BE49-F238E27FC236}">
                      <a16:creationId xmlns:a16="http://schemas.microsoft.com/office/drawing/2014/main" id="{3AA6FF01-95EA-4EB0-8D91-6FB0A607462F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8853487" y="551626"/>
                  <a:ext cx="457200" cy="457200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vert270" rtlCol="0" anchor="ctr"/>
                <a:lstStyle/>
                <a:p>
                  <a:pPr algn="ctr"/>
                  <a:r>
                    <a:rPr lang="en-US" sz="1400" i="1" dirty="0">
                      <a:solidFill>
                        <a:schemeClr val="accent5">
                          <a:lumMod val="75000"/>
                        </a:schemeClr>
                      </a:solidFill>
                    </a:rPr>
                    <a:t>6</a:t>
                  </a:r>
                </a:p>
              </p:txBody>
            </p:sp>
            <p:sp>
              <p:nvSpPr>
                <p:cNvPr id="267" name="Rectangle 266">
                  <a:extLst>
                    <a:ext uri="{FF2B5EF4-FFF2-40B4-BE49-F238E27FC236}">
                      <a16:creationId xmlns:a16="http://schemas.microsoft.com/office/drawing/2014/main" id="{3BD23A98-B84F-4BD9-8C5C-322C4C4AD123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9310687" y="551626"/>
                  <a:ext cx="457200" cy="457200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vert270" rtlCol="0" anchor="ctr"/>
                <a:lstStyle/>
                <a:p>
                  <a:pPr algn="ctr"/>
                  <a:r>
                    <a:rPr lang="en-US" sz="1400" i="1" dirty="0">
                      <a:solidFill>
                        <a:schemeClr val="accent5">
                          <a:lumMod val="75000"/>
                        </a:schemeClr>
                      </a:solidFill>
                    </a:rPr>
                    <a:t>7</a:t>
                  </a:r>
                </a:p>
              </p:txBody>
            </p:sp>
          </p:grpSp>
          <p:grpSp>
            <p:nvGrpSpPr>
              <p:cNvPr id="257" name="Group 256">
                <a:extLst>
                  <a:ext uri="{FF2B5EF4-FFF2-40B4-BE49-F238E27FC236}">
                    <a16:creationId xmlns:a16="http://schemas.microsoft.com/office/drawing/2014/main" id="{3B0ECE1D-D855-43F9-8E4B-A9868BB36B8B}"/>
                  </a:ext>
                </a:extLst>
              </p:cNvPr>
              <p:cNvGrpSpPr/>
              <p:nvPr/>
            </p:nvGrpSpPr>
            <p:grpSpPr>
              <a:xfrm>
                <a:off x="1652912" y="1281539"/>
                <a:ext cx="3657600" cy="457200"/>
                <a:chOff x="6110287" y="551626"/>
                <a:chExt cx="3657600" cy="457200"/>
              </a:xfrm>
            </p:grpSpPr>
            <p:sp>
              <p:nvSpPr>
                <p:cNvPr id="248" name="Rectangle 247">
                  <a:extLst>
                    <a:ext uri="{FF2B5EF4-FFF2-40B4-BE49-F238E27FC236}">
                      <a16:creationId xmlns:a16="http://schemas.microsoft.com/office/drawing/2014/main" id="{543FFF52-80B4-4F66-97B6-80522A00464B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6110287" y="551626"/>
                  <a:ext cx="457200" cy="457200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i="1" dirty="0">
                      <a:solidFill>
                        <a:schemeClr val="accent5">
                          <a:lumMod val="75000"/>
                        </a:schemeClr>
                      </a:solidFill>
                    </a:rPr>
                    <a:t>0</a:t>
                  </a:r>
                </a:p>
              </p:txBody>
            </p:sp>
            <p:sp>
              <p:nvSpPr>
                <p:cNvPr id="249" name="Rectangle 248">
                  <a:extLst>
                    <a:ext uri="{FF2B5EF4-FFF2-40B4-BE49-F238E27FC236}">
                      <a16:creationId xmlns:a16="http://schemas.microsoft.com/office/drawing/2014/main" id="{F0162BE5-AC7A-4174-A267-DCCE5CA61A47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6567487" y="551626"/>
                  <a:ext cx="457200" cy="457200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i="1" dirty="0">
                      <a:solidFill>
                        <a:schemeClr val="accent5">
                          <a:lumMod val="75000"/>
                        </a:schemeClr>
                      </a:solidFill>
                    </a:rPr>
                    <a:t>1</a:t>
                  </a:r>
                </a:p>
              </p:txBody>
            </p:sp>
            <p:sp>
              <p:nvSpPr>
                <p:cNvPr id="250" name="Rectangle 249">
                  <a:extLst>
                    <a:ext uri="{FF2B5EF4-FFF2-40B4-BE49-F238E27FC236}">
                      <a16:creationId xmlns:a16="http://schemas.microsoft.com/office/drawing/2014/main" id="{79D5C843-EE00-46E0-85EB-08FD68B36A4D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7024687" y="551626"/>
                  <a:ext cx="457200" cy="457200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i="1" dirty="0">
                      <a:solidFill>
                        <a:schemeClr val="accent5">
                          <a:lumMod val="75000"/>
                        </a:schemeClr>
                      </a:solidFill>
                    </a:rPr>
                    <a:t>2</a:t>
                  </a:r>
                </a:p>
              </p:txBody>
            </p:sp>
            <p:sp>
              <p:nvSpPr>
                <p:cNvPr id="251" name="Rectangle 250">
                  <a:extLst>
                    <a:ext uri="{FF2B5EF4-FFF2-40B4-BE49-F238E27FC236}">
                      <a16:creationId xmlns:a16="http://schemas.microsoft.com/office/drawing/2014/main" id="{48C884BE-7CF8-4957-B467-811CE06DDBDF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7481887" y="551626"/>
                  <a:ext cx="457200" cy="457200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i="1" dirty="0">
                      <a:solidFill>
                        <a:schemeClr val="accent5">
                          <a:lumMod val="75000"/>
                        </a:schemeClr>
                      </a:solidFill>
                    </a:rPr>
                    <a:t>3</a:t>
                  </a:r>
                </a:p>
              </p:txBody>
            </p:sp>
            <p:sp>
              <p:nvSpPr>
                <p:cNvPr id="252" name="Rectangle 251">
                  <a:extLst>
                    <a:ext uri="{FF2B5EF4-FFF2-40B4-BE49-F238E27FC236}">
                      <a16:creationId xmlns:a16="http://schemas.microsoft.com/office/drawing/2014/main" id="{3BF66D24-D74E-49DB-BC53-6C887DD4F42B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7939087" y="551626"/>
                  <a:ext cx="457200" cy="457200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i="1" dirty="0">
                      <a:solidFill>
                        <a:schemeClr val="accent5">
                          <a:lumMod val="75000"/>
                        </a:schemeClr>
                      </a:solidFill>
                    </a:rPr>
                    <a:t>4</a:t>
                  </a:r>
                </a:p>
              </p:txBody>
            </p:sp>
            <p:sp>
              <p:nvSpPr>
                <p:cNvPr id="253" name="Rectangle 252">
                  <a:extLst>
                    <a:ext uri="{FF2B5EF4-FFF2-40B4-BE49-F238E27FC236}">
                      <a16:creationId xmlns:a16="http://schemas.microsoft.com/office/drawing/2014/main" id="{32BF7844-B9F2-4D37-BE8F-CD38B2BD2BFC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8396287" y="551626"/>
                  <a:ext cx="457200" cy="457200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i="1" dirty="0">
                      <a:solidFill>
                        <a:schemeClr val="accent5">
                          <a:lumMod val="75000"/>
                        </a:schemeClr>
                      </a:solidFill>
                    </a:rPr>
                    <a:t>5</a:t>
                  </a:r>
                </a:p>
              </p:txBody>
            </p:sp>
            <p:sp>
              <p:nvSpPr>
                <p:cNvPr id="254" name="Rectangle 253">
                  <a:extLst>
                    <a:ext uri="{FF2B5EF4-FFF2-40B4-BE49-F238E27FC236}">
                      <a16:creationId xmlns:a16="http://schemas.microsoft.com/office/drawing/2014/main" id="{E608A9DB-765D-41AD-AF4D-E7E040B4BDD9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8853487" y="551626"/>
                  <a:ext cx="457200" cy="457200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i="1" dirty="0">
                      <a:solidFill>
                        <a:schemeClr val="accent5">
                          <a:lumMod val="75000"/>
                        </a:schemeClr>
                      </a:solidFill>
                    </a:rPr>
                    <a:t>6</a:t>
                  </a:r>
                </a:p>
              </p:txBody>
            </p:sp>
            <p:sp>
              <p:nvSpPr>
                <p:cNvPr id="255" name="Rectangle 254">
                  <a:extLst>
                    <a:ext uri="{FF2B5EF4-FFF2-40B4-BE49-F238E27FC236}">
                      <a16:creationId xmlns:a16="http://schemas.microsoft.com/office/drawing/2014/main" id="{1224B6A0-8CC5-4921-B9E8-2436341D9230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9310687" y="551626"/>
                  <a:ext cx="457200" cy="457200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i="1" dirty="0">
                      <a:solidFill>
                        <a:schemeClr val="accent5">
                          <a:lumMod val="75000"/>
                        </a:schemeClr>
                      </a:solidFill>
                    </a:rPr>
                    <a:t>7</a:t>
                  </a:r>
                </a:p>
              </p:txBody>
            </p:sp>
          </p:grpSp>
          <p:grpSp>
            <p:nvGrpSpPr>
              <p:cNvPr id="153" name="Group 152">
                <a:extLst>
                  <a:ext uri="{FF2B5EF4-FFF2-40B4-BE49-F238E27FC236}">
                    <a16:creationId xmlns:a16="http://schemas.microsoft.com/office/drawing/2014/main" id="{1BD13118-18DF-4233-ACBD-C34995B15105}"/>
                  </a:ext>
                </a:extLst>
              </p:cNvPr>
              <p:cNvGrpSpPr/>
              <p:nvPr/>
            </p:nvGrpSpPr>
            <p:grpSpPr>
              <a:xfrm>
                <a:off x="1652912" y="1600200"/>
                <a:ext cx="3657600" cy="3657600"/>
                <a:chOff x="1652912" y="1600200"/>
                <a:chExt cx="3657600" cy="3657600"/>
              </a:xfrm>
            </p:grpSpPr>
            <p:sp>
              <p:nvSpPr>
                <p:cNvPr id="4" name="Rectangle 3">
                  <a:extLst>
                    <a:ext uri="{FF2B5EF4-FFF2-40B4-BE49-F238E27FC236}">
                      <a16:creationId xmlns:a16="http://schemas.microsoft.com/office/drawing/2014/main" id="{B47B4E46-CB89-454A-B3AF-07FBD29AE354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652912" y="1600200"/>
                  <a:ext cx="457200" cy="457200"/>
                </a:xfrm>
                <a:prstGeom prst="rect">
                  <a:avLst/>
                </a:prstGeom>
                <a:solidFill>
                  <a:schemeClr val="accent5">
                    <a:lumMod val="75000"/>
                  </a:schemeClr>
                </a:solidFill>
                <a:ln w="25400">
                  <a:solidFill>
                    <a:schemeClr val="accent5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dirty="0"/>
                    <a:t>0</a:t>
                  </a:r>
                </a:p>
              </p:txBody>
            </p:sp>
            <p:sp>
              <p:nvSpPr>
                <p:cNvPr id="5" name="Rectangle 4">
                  <a:extLst>
                    <a:ext uri="{FF2B5EF4-FFF2-40B4-BE49-F238E27FC236}">
                      <a16:creationId xmlns:a16="http://schemas.microsoft.com/office/drawing/2014/main" id="{54D66DD8-4A17-4BA7-A672-22A1D98C0269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652912" y="2057400"/>
                  <a:ext cx="457200" cy="457200"/>
                </a:xfrm>
                <a:prstGeom prst="rect">
                  <a:avLst/>
                </a:prstGeom>
                <a:solidFill>
                  <a:schemeClr val="accent5">
                    <a:lumMod val="75000"/>
                  </a:schemeClr>
                </a:solidFill>
                <a:ln w="25400">
                  <a:solidFill>
                    <a:schemeClr val="accent5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dirty="0"/>
                    <a:t>8</a:t>
                  </a:r>
                </a:p>
              </p:txBody>
            </p:sp>
            <p:sp>
              <p:nvSpPr>
                <p:cNvPr id="6" name="Rectangle 5">
                  <a:extLst>
                    <a:ext uri="{FF2B5EF4-FFF2-40B4-BE49-F238E27FC236}">
                      <a16:creationId xmlns:a16="http://schemas.microsoft.com/office/drawing/2014/main" id="{BECC4F42-B945-43EA-93BE-960F338E660A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652912" y="2514600"/>
                  <a:ext cx="457200" cy="457200"/>
                </a:xfrm>
                <a:prstGeom prst="rect">
                  <a:avLst/>
                </a:prstGeom>
                <a:solidFill>
                  <a:schemeClr val="accent5">
                    <a:lumMod val="75000"/>
                  </a:schemeClr>
                </a:solidFill>
                <a:ln w="25400">
                  <a:solidFill>
                    <a:schemeClr val="accent5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dirty="0"/>
                    <a:t>16</a:t>
                  </a:r>
                </a:p>
              </p:txBody>
            </p:sp>
            <p:sp>
              <p:nvSpPr>
                <p:cNvPr id="7" name="Rectangle 6">
                  <a:extLst>
                    <a:ext uri="{FF2B5EF4-FFF2-40B4-BE49-F238E27FC236}">
                      <a16:creationId xmlns:a16="http://schemas.microsoft.com/office/drawing/2014/main" id="{5CD7A697-622C-419C-B799-26A6858B85E2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652912" y="2971800"/>
                  <a:ext cx="457200" cy="457200"/>
                </a:xfrm>
                <a:prstGeom prst="rect">
                  <a:avLst/>
                </a:prstGeom>
                <a:solidFill>
                  <a:schemeClr val="accent5">
                    <a:lumMod val="75000"/>
                  </a:schemeClr>
                </a:solidFill>
                <a:ln w="25400">
                  <a:solidFill>
                    <a:schemeClr val="accent5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dirty="0"/>
                    <a:t>24</a:t>
                  </a:r>
                </a:p>
              </p:txBody>
            </p:sp>
            <p:sp>
              <p:nvSpPr>
                <p:cNvPr id="8" name="Rectangle 7">
                  <a:extLst>
                    <a:ext uri="{FF2B5EF4-FFF2-40B4-BE49-F238E27FC236}">
                      <a16:creationId xmlns:a16="http://schemas.microsoft.com/office/drawing/2014/main" id="{A4759DDA-E73E-4387-8ACB-7BF783016CF5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652912" y="3429000"/>
                  <a:ext cx="457200" cy="457200"/>
                </a:xfrm>
                <a:prstGeom prst="rect">
                  <a:avLst/>
                </a:prstGeom>
                <a:solidFill>
                  <a:schemeClr val="accent5">
                    <a:lumMod val="75000"/>
                  </a:schemeClr>
                </a:solidFill>
                <a:ln w="25400">
                  <a:solidFill>
                    <a:schemeClr val="accent5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dirty="0"/>
                    <a:t>32</a:t>
                  </a:r>
                </a:p>
              </p:txBody>
            </p:sp>
            <p:sp>
              <p:nvSpPr>
                <p:cNvPr id="9" name="Rectangle 8">
                  <a:extLst>
                    <a:ext uri="{FF2B5EF4-FFF2-40B4-BE49-F238E27FC236}">
                      <a16:creationId xmlns:a16="http://schemas.microsoft.com/office/drawing/2014/main" id="{22AC7BDB-60A5-4182-9E07-4D8660303AB6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652912" y="3886200"/>
                  <a:ext cx="457200" cy="457200"/>
                </a:xfrm>
                <a:prstGeom prst="rect">
                  <a:avLst/>
                </a:prstGeom>
                <a:solidFill>
                  <a:schemeClr val="accent5">
                    <a:lumMod val="75000"/>
                  </a:schemeClr>
                </a:solidFill>
                <a:ln w="25400">
                  <a:solidFill>
                    <a:schemeClr val="accent5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dirty="0"/>
                    <a:t>40</a:t>
                  </a:r>
                </a:p>
              </p:txBody>
            </p:sp>
            <p:sp>
              <p:nvSpPr>
                <p:cNvPr id="10" name="Rectangle 9">
                  <a:extLst>
                    <a:ext uri="{FF2B5EF4-FFF2-40B4-BE49-F238E27FC236}">
                      <a16:creationId xmlns:a16="http://schemas.microsoft.com/office/drawing/2014/main" id="{58F8881F-427F-4FD1-9A71-3C3546AD39BF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652912" y="4343400"/>
                  <a:ext cx="457200" cy="457200"/>
                </a:xfrm>
                <a:prstGeom prst="rect">
                  <a:avLst/>
                </a:prstGeom>
                <a:solidFill>
                  <a:schemeClr val="accent5">
                    <a:lumMod val="75000"/>
                  </a:schemeClr>
                </a:solidFill>
                <a:ln w="25400">
                  <a:solidFill>
                    <a:schemeClr val="accent5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dirty="0"/>
                    <a:t>48</a:t>
                  </a:r>
                </a:p>
              </p:txBody>
            </p:sp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1D0A510D-CC8A-4E47-B0FC-3CB857546E9C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652912" y="4800600"/>
                  <a:ext cx="457200" cy="457200"/>
                </a:xfrm>
                <a:prstGeom prst="rect">
                  <a:avLst/>
                </a:prstGeom>
                <a:solidFill>
                  <a:schemeClr val="accent5">
                    <a:lumMod val="75000"/>
                  </a:schemeClr>
                </a:solidFill>
                <a:ln w="25400">
                  <a:solidFill>
                    <a:schemeClr val="accent5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dirty="0"/>
                    <a:t>56</a:t>
                  </a:r>
                </a:p>
              </p:txBody>
            </p:sp>
            <p:sp>
              <p:nvSpPr>
                <p:cNvPr id="14" name="Rectangle 13">
                  <a:extLst>
                    <a:ext uri="{FF2B5EF4-FFF2-40B4-BE49-F238E27FC236}">
                      <a16:creationId xmlns:a16="http://schemas.microsoft.com/office/drawing/2014/main" id="{1595ECBF-73C4-4C8A-BA4F-B27ABFA113CF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110112" y="1600200"/>
                  <a:ext cx="457200" cy="457200"/>
                </a:xfrm>
                <a:prstGeom prst="rect">
                  <a:avLst/>
                </a:prstGeom>
                <a:solidFill>
                  <a:schemeClr val="accent5">
                    <a:lumMod val="75000"/>
                  </a:schemeClr>
                </a:solidFill>
                <a:ln w="25400">
                  <a:solidFill>
                    <a:schemeClr val="accent5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dirty="0"/>
                    <a:t>1</a:t>
                  </a:r>
                </a:p>
              </p:txBody>
            </p:sp>
            <p:sp>
              <p:nvSpPr>
                <p:cNvPr id="15" name="Rectangle 14">
                  <a:extLst>
                    <a:ext uri="{FF2B5EF4-FFF2-40B4-BE49-F238E27FC236}">
                      <a16:creationId xmlns:a16="http://schemas.microsoft.com/office/drawing/2014/main" id="{EA2ADB09-B37F-4C06-A264-D79B91F6896D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110112" y="2057400"/>
                  <a:ext cx="457200" cy="457200"/>
                </a:xfrm>
                <a:prstGeom prst="rect">
                  <a:avLst/>
                </a:prstGeom>
                <a:solidFill>
                  <a:schemeClr val="accent5">
                    <a:lumMod val="75000"/>
                  </a:schemeClr>
                </a:solidFill>
                <a:ln w="25400">
                  <a:solidFill>
                    <a:schemeClr val="accent5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dirty="0"/>
                    <a:t>9</a:t>
                  </a:r>
                </a:p>
              </p:txBody>
            </p:sp>
            <p:sp>
              <p:nvSpPr>
                <p:cNvPr id="16" name="Rectangle 15">
                  <a:extLst>
                    <a:ext uri="{FF2B5EF4-FFF2-40B4-BE49-F238E27FC236}">
                      <a16:creationId xmlns:a16="http://schemas.microsoft.com/office/drawing/2014/main" id="{8CB4C094-E8B2-41C1-8044-86F3C7C463AA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110112" y="2514600"/>
                  <a:ext cx="457200" cy="457200"/>
                </a:xfrm>
                <a:prstGeom prst="rect">
                  <a:avLst/>
                </a:prstGeom>
                <a:solidFill>
                  <a:schemeClr val="accent5">
                    <a:lumMod val="75000"/>
                  </a:schemeClr>
                </a:solidFill>
                <a:ln w="25400">
                  <a:solidFill>
                    <a:schemeClr val="accent5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dirty="0"/>
                    <a:t>17</a:t>
                  </a:r>
                </a:p>
              </p:txBody>
            </p:sp>
            <p:sp>
              <p:nvSpPr>
                <p:cNvPr id="17" name="Rectangle 16">
                  <a:extLst>
                    <a:ext uri="{FF2B5EF4-FFF2-40B4-BE49-F238E27FC236}">
                      <a16:creationId xmlns:a16="http://schemas.microsoft.com/office/drawing/2014/main" id="{C87D8CC3-F6D3-4E2A-9566-85526A1F56A5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110112" y="2971800"/>
                  <a:ext cx="457200" cy="457200"/>
                </a:xfrm>
                <a:prstGeom prst="rect">
                  <a:avLst/>
                </a:prstGeom>
                <a:solidFill>
                  <a:schemeClr val="accent5">
                    <a:lumMod val="75000"/>
                  </a:schemeClr>
                </a:solidFill>
                <a:ln w="25400">
                  <a:solidFill>
                    <a:schemeClr val="accent5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dirty="0"/>
                    <a:t>25</a:t>
                  </a:r>
                </a:p>
              </p:txBody>
            </p:sp>
            <p:sp>
              <p:nvSpPr>
                <p:cNvPr id="18" name="Rectangle 17">
                  <a:extLst>
                    <a:ext uri="{FF2B5EF4-FFF2-40B4-BE49-F238E27FC236}">
                      <a16:creationId xmlns:a16="http://schemas.microsoft.com/office/drawing/2014/main" id="{CF4912C9-68B1-479F-BFB9-CCCBFDA1A603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110112" y="3429000"/>
                  <a:ext cx="457200" cy="457200"/>
                </a:xfrm>
                <a:prstGeom prst="rect">
                  <a:avLst/>
                </a:prstGeom>
                <a:solidFill>
                  <a:schemeClr val="accent5">
                    <a:lumMod val="75000"/>
                  </a:schemeClr>
                </a:solidFill>
                <a:ln w="25400">
                  <a:solidFill>
                    <a:schemeClr val="accent5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dirty="0"/>
                    <a:t>33</a:t>
                  </a:r>
                </a:p>
              </p:txBody>
            </p:sp>
            <p:sp>
              <p:nvSpPr>
                <p:cNvPr id="19" name="Rectangle 18">
                  <a:extLst>
                    <a:ext uri="{FF2B5EF4-FFF2-40B4-BE49-F238E27FC236}">
                      <a16:creationId xmlns:a16="http://schemas.microsoft.com/office/drawing/2014/main" id="{92B979C1-ACAD-4078-9105-B8569D282929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110112" y="3886200"/>
                  <a:ext cx="457200" cy="457200"/>
                </a:xfrm>
                <a:prstGeom prst="rect">
                  <a:avLst/>
                </a:prstGeom>
                <a:solidFill>
                  <a:schemeClr val="accent5">
                    <a:lumMod val="75000"/>
                  </a:schemeClr>
                </a:solidFill>
                <a:ln w="25400">
                  <a:solidFill>
                    <a:schemeClr val="accent5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dirty="0"/>
                    <a:t>41</a:t>
                  </a:r>
                </a:p>
              </p:txBody>
            </p:sp>
            <p:sp>
              <p:nvSpPr>
                <p:cNvPr id="20" name="Rectangle 19">
                  <a:extLst>
                    <a:ext uri="{FF2B5EF4-FFF2-40B4-BE49-F238E27FC236}">
                      <a16:creationId xmlns:a16="http://schemas.microsoft.com/office/drawing/2014/main" id="{3D049480-999B-4BF6-9B06-5A8D0EA50B74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110112" y="4343400"/>
                  <a:ext cx="457200" cy="457200"/>
                </a:xfrm>
                <a:prstGeom prst="rect">
                  <a:avLst/>
                </a:prstGeom>
                <a:solidFill>
                  <a:schemeClr val="accent5">
                    <a:lumMod val="75000"/>
                  </a:schemeClr>
                </a:solidFill>
                <a:ln w="25400">
                  <a:solidFill>
                    <a:schemeClr val="accent5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dirty="0"/>
                    <a:t>49</a:t>
                  </a:r>
                </a:p>
              </p:txBody>
            </p:sp>
            <p:sp>
              <p:nvSpPr>
                <p:cNvPr id="21" name="Rectangle 20">
                  <a:extLst>
                    <a:ext uri="{FF2B5EF4-FFF2-40B4-BE49-F238E27FC236}">
                      <a16:creationId xmlns:a16="http://schemas.microsoft.com/office/drawing/2014/main" id="{E884572B-7114-40EC-8495-A5451535C814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110112" y="4800600"/>
                  <a:ext cx="457200" cy="457200"/>
                </a:xfrm>
                <a:prstGeom prst="rect">
                  <a:avLst/>
                </a:prstGeom>
                <a:solidFill>
                  <a:schemeClr val="accent5">
                    <a:lumMod val="75000"/>
                  </a:schemeClr>
                </a:solidFill>
                <a:ln w="25400">
                  <a:solidFill>
                    <a:schemeClr val="accent5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dirty="0"/>
                    <a:t>57</a:t>
                  </a:r>
                </a:p>
              </p:txBody>
            </p:sp>
            <p:sp>
              <p:nvSpPr>
                <p:cNvPr id="23" name="Rectangle 22">
                  <a:extLst>
                    <a:ext uri="{FF2B5EF4-FFF2-40B4-BE49-F238E27FC236}">
                      <a16:creationId xmlns:a16="http://schemas.microsoft.com/office/drawing/2014/main" id="{1FFBDE58-9E06-4960-989C-EFD3D24D54AC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567312" y="1600200"/>
                  <a:ext cx="457200" cy="457200"/>
                </a:xfrm>
                <a:prstGeom prst="rect">
                  <a:avLst/>
                </a:prstGeom>
                <a:solidFill>
                  <a:schemeClr val="accent5">
                    <a:lumMod val="75000"/>
                  </a:schemeClr>
                </a:solidFill>
                <a:ln w="25400">
                  <a:solidFill>
                    <a:schemeClr val="accent5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dirty="0"/>
                    <a:t>2</a:t>
                  </a:r>
                </a:p>
              </p:txBody>
            </p:sp>
            <p:sp>
              <p:nvSpPr>
                <p:cNvPr id="24" name="Rectangle 23">
                  <a:extLst>
                    <a:ext uri="{FF2B5EF4-FFF2-40B4-BE49-F238E27FC236}">
                      <a16:creationId xmlns:a16="http://schemas.microsoft.com/office/drawing/2014/main" id="{7E2A6029-3FA7-4947-AF43-A38A16542A4B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567312" y="2057400"/>
                  <a:ext cx="457200" cy="457200"/>
                </a:xfrm>
                <a:prstGeom prst="rect">
                  <a:avLst/>
                </a:prstGeom>
                <a:solidFill>
                  <a:schemeClr val="accent5">
                    <a:lumMod val="75000"/>
                  </a:schemeClr>
                </a:solidFill>
                <a:ln w="25400">
                  <a:solidFill>
                    <a:schemeClr val="accent5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dirty="0"/>
                    <a:t>10</a:t>
                  </a:r>
                </a:p>
              </p:txBody>
            </p:sp>
            <p:sp>
              <p:nvSpPr>
                <p:cNvPr id="25" name="Rectangle 24">
                  <a:extLst>
                    <a:ext uri="{FF2B5EF4-FFF2-40B4-BE49-F238E27FC236}">
                      <a16:creationId xmlns:a16="http://schemas.microsoft.com/office/drawing/2014/main" id="{6CD460B0-46A2-4964-9C34-4F63EA199417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567312" y="2514600"/>
                  <a:ext cx="457200" cy="457200"/>
                </a:xfrm>
                <a:prstGeom prst="rect">
                  <a:avLst/>
                </a:prstGeom>
                <a:solidFill>
                  <a:schemeClr val="accent5">
                    <a:lumMod val="75000"/>
                  </a:schemeClr>
                </a:solidFill>
                <a:ln w="25400">
                  <a:solidFill>
                    <a:schemeClr val="accent5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dirty="0"/>
                    <a:t>18</a:t>
                  </a:r>
                </a:p>
              </p:txBody>
            </p:sp>
            <p:sp>
              <p:nvSpPr>
                <p:cNvPr id="26" name="Rectangle 25">
                  <a:extLst>
                    <a:ext uri="{FF2B5EF4-FFF2-40B4-BE49-F238E27FC236}">
                      <a16:creationId xmlns:a16="http://schemas.microsoft.com/office/drawing/2014/main" id="{2DDFBFAD-670A-4748-A94D-1E64E80B15A6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567312" y="2971800"/>
                  <a:ext cx="457200" cy="457200"/>
                </a:xfrm>
                <a:prstGeom prst="rect">
                  <a:avLst/>
                </a:prstGeom>
                <a:solidFill>
                  <a:schemeClr val="accent5">
                    <a:lumMod val="75000"/>
                  </a:schemeClr>
                </a:solidFill>
                <a:ln w="25400">
                  <a:solidFill>
                    <a:schemeClr val="accent5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dirty="0"/>
                    <a:t>26</a:t>
                  </a:r>
                </a:p>
              </p:txBody>
            </p:sp>
            <p:sp>
              <p:nvSpPr>
                <p:cNvPr id="27" name="Rectangle 26">
                  <a:extLst>
                    <a:ext uri="{FF2B5EF4-FFF2-40B4-BE49-F238E27FC236}">
                      <a16:creationId xmlns:a16="http://schemas.microsoft.com/office/drawing/2014/main" id="{B06B4D85-197E-440D-B794-96A8B0321822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567312" y="3429000"/>
                  <a:ext cx="457200" cy="457200"/>
                </a:xfrm>
                <a:prstGeom prst="rect">
                  <a:avLst/>
                </a:prstGeom>
                <a:solidFill>
                  <a:srgbClr val="FFC000"/>
                </a:solidFill>
                <a:ln w="25400">
                  <a:solidFill>
                    <a:schemeClr val="accent5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dirty="0">
                      <a:solidFill>
                        <a:schemeClr val="accent5">
                          <a:lumMod val="75000"/>
                        </a:schemeClr>
                      </a:solidFill>
                    </a:rPr>
                    <a:t>34</a:t>
                  </a:r>
                </a:p>
              </p:txBody>
            </p:sp>
            <p:sp>
              <p:nvSpPr>
                <p:cNvPr id="28" name="Rectangle 27">
                  <a:extLst>
                    <a:ext uri="{FF2B5EF4-FFF2-40B4-BE49-F238E27FC236}">
                      <a16:creationId xmlns:a16="http://schemas.microsoft.com/office/drawing/2014/main" id="{455BF368-B718-48E9-884D-B3383E52FE70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567312" y="3886200"/>
                  <a:ext cx="457200" cy="457200"/>
                </a:xfrm>
                <a:prstGeom prst="rect">
                  <a:avLst/>
                </a:prstGeom>
                <a:solidFill>
                  <a:schemeClr val="accent5">
                    <a:lumMod val="75000"/>
                  </a:schemeClr>
                </a:solidFill>
                <a:ln w="25400">
                  <a:solidFill>
                    <a:schemeClr val="accent5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dirty="0"/>
                    <a:t>42</a:t>
                  </a:r>
                </a:p>
              </p:txBody>
            </p:sp>
            <p:sp>
              <p:nvSpPr>
                <p:cNvPr id="29" name="Rectangle 28">
                  <a:extLst>
                    <a:ext uri="{FF2B5EF4-FFF2-40B4-BE49-F238E27FC236}">
                      <a16:creationId xmlns:a16="http://schemas.microsoft.com/office/drawing/2014/main" id="{0C9D531D-0832-4F71-86C7-BF8E3BF237F2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567312" y="4343400"/>
                  <a:ext cx="457200" cy="457200"/>
                </a:xfrm>
                <a:prstGeom prst="rect">
                  <a:avLst/>
                </a:prstGeom>
                <a:solidFill>
                  <a:schemeClr val="accent5">
                    <a:lumMod val="75000"/>
                  </a:schemeClr>
                </a:solidFill>
                <a:ln w="25400">
                  <a:solidFill>
                    <a:schemeClr val="accent5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dirty="0"/>
                    <a:t>50</a:t>
                  </a:r>
                </a:p>
              </p:txBody>
            </p:sp>
            <p:sp>
              <p:nvSpPr>
                <p:cNvPr id="30" name="Rectangle 29">
                  <a:extLst>
                    <a:ext uri="{FF2B5EF4-FFF2-40B4-BE49-F238E27FC236}">
                      <a16:creationId xmlns:a16="http://schemas.microsoft.com/office/drawing/2014/main" id="{FEBC9BF6-B4EB-45D0-B67A-175E79F6DEE3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567312" y="4800600"/>
                  <a:ext cx="457200" cy="457200"/>
                </a:xfrm>
                <a:prstGeom prst="rect">
                  <a:avLst/>
                </a:prstGeom>
                <a:solidFill>
                  <a:schemeClr val="accent5">
                    <a:lumMod val="75000"/>
                  </a:schemeClr>
                </a:solidFill>
                <a:ln w="25400">
                  <a:solidFill>
                    <a:schemeClr val="accent5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dirty="0"/>
                    <a:t>58</a:t>
                  </a:r>
                </a:p>
              </p:txBody>
            </p:sp>
            <p:sp>
              <p:nvSpPr>
                <p:cNvPr id="32" name="Rectangle 31">
                  <a:extLst>
                    <a:ext uri="{FF2B5EF4-FFF2-40B4-BE49-F238E27FC236}">
                      <a16:creationId xmlns:a16="http://schemas.microsoft.com/office/drawing/2014/main" id="{C50A880D-0491-42A2-8F0F-F7B39FF12917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3024512" y="1600200"/>
                  <a:ext cx="457200" cy="457200"/>
                </a:xfrm>
                <a:prstGeom prst="rect">
                  <a:avLst/>
                </a:prstGeom>
                <a:solidFill>
                  <a:schemeClr val="accent5">
                    <a:lumMod val="75000"/>
                  </a:schemeClr>
                </a:solidFill>
                <a:ln w="25400">
                  <a:solidFill>
                    <a:schemeClr val="accent5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dirty="0"/>
                    <a:t>3</a:t>
                  </a:r>
                </a:p>
              </p:txBody>
            </p:sp>
            <p:sp>
              <p:nvSpPr>
                <p:cNvPr id="33" name="Rectangle 32">
                  <a:extLst>
                    <a:ext uri="{FF2B5EF4-FFF2-40B4-BE49-F238E27FC236}">
                      <a16:creationId xmlns:a16="http://schemas.microsoft.com/office/drawing/2014/main" id="{E99C62F6-97E1-4518-AC68-47A9772DA6CD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3024512" y="2057400"/>
                  <a:ext cx="457200" cy="457200"/>
                </a:xfrm>
                <a:prstGeom prst="rect">
                  <a:avLst/>
                </a:prstGeom>
                <a:solidFill>
                  <a:schemeClr val="accent5">
                    <a:lumMod val="75000"/>
                  </a:schemeClr>
                </a:solidFill>
                <a:ln w="25400">
                  <a:solidFill>
                    <a:schemeClr val="accent5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dirty="0"/>
                    <a:t>11</a:t>
                  </a:r>
                </a:p>
              </p:txBody>
            </p:sp>
            <p:sp>
              <p:nvSpPr>
                <p:cNvPr id="34" name="Rectangle 33">
                  <a:extLst>
                    <a:ext uri="{FF2B5EF4-FFF2-40B4-BE49-F238E27FC236}">
                      <a16:creationId xmlns:a16="http://schemas.microsoft.com/office/drawing/2014/main" id="{51ED2F2D-63A6-478A-A2F9-3D66A20AC72C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3024512" y="2514600"/>
                  <a:ext cx="457200" cy="457200"/>
                </a:xfrm>
                <a:prstGeom prst="rect">
                  <a:avLst/>
                </a:prstGeom>
                <a:solidFill>
                  <a:schemeClr val="accent5">
                    <a:lumMod val="75000"/>
                  </a:schemeClr>
                </a:solidFill>
                <a:ln w="25400">
                  <a:solidFill>
                    <a:schemeClr val="accent5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dirty="0"/>
                    <a:t>19</a:t>
                  </a:r>
                </a:p>
              </p:txBody>
            </p:sp>
            <p:sp>
              <p:nvSpPr>
                <p:cNvPr id="35" name="Rectangle 34">
                  <a:extLst>
                    <a:ext uri="{FF2B5EF4-FFF2-40B4-BE49-F238E27FC236}">
                      <a16:creationId xmlns:a16="http://schemas.microsoft.com/office/drawing/2014/main" id="{77107CBB-56AA-4B6B-BC5D-3AE2491552D7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3024512" y="2971800"/>
                  <a:ext cx="457200" cy="457200"/>
                </a:xfrm>
                <a:prstGeom prst="rect">
                  <a:avLst/>
                </a:prstGeom>
                <a:solidFill>
                  <a:srgbClr val="FFC000"/>
                </a:solidFill>
                <a:ln w="25400">
                  <a:solidFill>
                    <a:schemeClr val="accent5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dirty="0">
                      <a:solidFill>
                        <a:schemeClr val="accent5">
                          <a:lumMod val="75000"/>
                        </a:schemeClr>
                      </a:solidFill>
                    </a:rPr>
                    <a:t>27</a:t>
                  </a:r>
                </a:p>
              </p:txBody>
            </p:sp>
            <p:sp>
              <p:nvSpPr>
                <p:cNvPr id="36" name="Rectangle 35">
                  <a:extLst>
                    <a:ext uri="{FF2B5EF4-FFF2-40B4-BE49-F238E27FC236}">
                      <a16:creationId xmlns:a16="http://schemas.microsoft.com/office/drawing/2014/main" id="{CF66BE8E-751B-45CD-BB51-73ECD5B2B60D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3024512" y="3429000"/>
                  <a:ext cx="457200" cy="457200"/>
                </a:xfrm>
                <a:prstGeom prst="rect">
                  <a:avLst/>
                </a:prstGeom>
                <a:solidFill>
                  <a:srgbClr val="FFC000"/>
                </a:solidFill>
                <a:ln w="25400">
                  <a:solidFill>
                    <a:schemeClr val="accent5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dirty="0">
                      <a:solidFill>
                        <a:schemeClr val="accent5">
                          <a:lumMod val="75000"/>
                        </a:schemeClr>
                      </a:solidFill>
                    </a:rPr>
                    <a:t>35</a:t>
                  </a:r>
                </a:p>
              </p:txBody>
            </p:sp>
            <p:sp>
              <p:nvSpPr>
                <p:cNvPr id="37" name="Rectangle 36">
                  <a:extLst>
                    <a:ext uri="{FF2B5EF4-FFF2-40B4-BE49-F238E27FC236}">
                      <a16:creationId xmlns:a16="http://schemas.microsoft.com/office/drawing/2014/main" id="{45B2EF43-4C0E-44AF-B6F0-794CD870608A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3024512" y="3886200"/>
                  <a:ext cx="457200" cy="457200"/>
                </a:xfrm>
                <a:prstGeom prst="rect">
                  <a:avLst/>
                </a:prstGeom>
                <a:solidFill>
                  <a:schemeClr val="accent5">
                    <a:lumMod val="75000"/>
                  </a:schemeClr>
                </a:solidFill>
                <a:ln w="25400">
                  <a:solidFill>
                    <a:schemeClr val="accent5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dirty="0"/>
                    <a:t>43</a:t>
                  </a:r>
                </a:p>
              </p:txBody>
            </p:sp>
            <p:sp>
              <p:nvSpPr>
                <p:cNvPr id="38" name="Rectangle 37">
                  <a:extLst>
                    <a:ext uri="{FF2B5EF4-FFF2-40B4-BE49-F238E27FC236}">
                      <a16:creationId xmlns:a16="http://schemas.microsoft.com/office/drawing/2014/main" id="{16EEBE39-E07C-491E-B3F4-0A880A5E053E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3024512" y="4343400"/>
                  <a:ext cx="457200" cy="457200"/>
                </a:xfrm>
                <a:prstGeom prst="rect">
                  <a:avLst/>
                </a:prstGeom>
                <a:solidFill>
                  <a:schemeClr val="accent5">
                    <a:lumMod val="75000"/>
                  </a:schemeClr>
                </a:solidFill>
                <a:ln w="25400">
                  <a:solidFill>
                    <a:schemeClr val="accent5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dirty="0"/>
                    <a:t>51</a:t>
                  </a:r>
                </a:p>
              </p:txBody>
            </p:sp>
            <p:sp>
              <p:nvSpPr>
                <p:cNvPr id="39" name="Rectangle 38">
                  <a:extLst>
                    <a:ext uri="{FF2B5EF4-FFF2-40B4-BE49-F238E27FC236}">
                      <a16:creationId xmlns:a16="http://schemas.microsoft.com/office/drawing/2014/main" id="{97303390-C824-4C4B-8E19-DC1FEB48B7F7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3024512" y="4800600"/>
                  <a:ext cx="457200" cy="457200"/>
                </a:xfrm>
                <a:prstGeom prst="rect">
                  <a:avLst/>
                </a:prstGeom>
                <a:solidFill>
                  <a:schemeClr val="accent5">
                    <a:lumMod val="75000"/>
                  </a:schemeClr>
                </a:solidFill>
                <a:ln w="25400">
                  <a:solidFill>
                    <a:schemeClr val="accent5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dirty="0"/>
                    <a:t>59</a:t>
                  </a:r>
                </a:p>
              </p:txBody>
            </p:sp>
            <p:sp>
              <p:nvSpPr>
                <p:cNvPr id="41" name="Rectangle 40">
                  <a:extLst>
                    <a:ext uri="{FF2B5EF4-FFF2-40B4-BE49-F238E27FC236}">
                      <a16:creationId xmlns:a16="http://schemas.microsoft.com/office/drawing/2014/main" id="{D1EE90D3-97C9-449A-B134-F8A4BD7B3875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3481712" y="1600200"/>
                  <a:ext cx="457200" cy="457200"/>
                </a:xfrm>
                <a:prstGeom prst="rect">
                  <a:avLst/>
                </a:prstGeom>
                <a:solidFill>
                  <a:schemeClr val="accent5">
                    <a:lumMod val="75000"/>
                  </a:schemeClr>
                </a:solidFill>
                <a:ln w="25400">
                  <a:solidFill>
                    <a:schemeClr val="accent5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dirty="0"/>
                    <a:t>4</a:t>
                  </a:r>
                </a:p>
              </p:txBody>
            </p:sp>
            <p:sp>
              <p:nvSpPr>
                <p:cNvPr id="42" name="Rectangle 41">
                  <a:extLst>
                    <a:ext uri="{FF2B5EF4-FFF2-40B4-BE49-F238E27FC236}">
                      <a16:creationId xmlns:a16="http://schemas.microsoft.com/office/drawing/2014/main" id="{B936415E-0A71-43F6-86FE-E41B2888211F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3481712" y="2057400"/>
                  <a:ext cx="457200" cy="457200"/>
                </a:xfrm>
                <a:prstGeom prst="rect">
                  <a:avLst/>
                </a:prstGeom>
                <a:solidFill>
                  <a:schemeClr val="accent5">
                    <a:lumMod val="75000"/>
                  </a:schemeClr>
                </a:solidFill>
                <a:ln w="25400">
                  <a:solidFill>
                    <a:schemeClr val="accent5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dirty="0"/>
                    <a:t>12</a:t>
                  </a:r>
                </a:p>
              </p:txBody>
            </p:sp>
            <p:sp>
              <p:nvSpPr>
                <p:cNvPr id="43" name="Rectangle 42">
                  <a:extLst>
                    <a:ext uri="{FF2B5EF4-FFF2-40B4-BE49-F238E27FC236}">
                      <a16:creationId xmlns:a16="http://schemas.microsoft.com/office/drawing/2014/main" id="{FED80769-6DDA-4338-B35E-1DE00E2A34CB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3481712" y="2514600"/>
                  <a:ext cx="457200" cy="457200"/>
                </a:xfrm>
                <a:prstGeom prst="rect">
                  <a:avLst/>
                </a:prstGeom>
                <a:solidFill>
                  <a:srgbClr val="FFC000"/>
                </a:solidFill>
                <a:ln w="25400">
                  <a:solidFill>
                    <a:schemeClr val="accent5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dirty="0">
                      <a:solidFill>
                        <a:schemeClr val="accent5">
                          <a:lumMod val="75000"/>
                        </a:schemeClr>
                      </a:solidFill>
                    </a:rPr>
                    <a:t>20</a:t>
                  </a:r>
                </a:p>
              </p:txBody>
            </p:sp>
            <p:sp>
              <p:nvSpPr>
                <p:cNvPr id="44" name="Rectangle 43">
                  <a:extLst>
                    <a:ext uri="{FF2B5EF4-FFF2-40B4-BE49-F238E27FC236}">
                      <a16:creationId xmlns:a16="http://schemas.microsoft.com/office/drawing/2014/main" id="{55F19497-C9C3-444F-BFAC-A88B036ADE88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3481712" y="2971800"/>
                  <a:ext cx="457200" cy="457200"/>
                </a:xfrm>
                <a:prstGeom prst="rect">
                  <a:avLst/>
                </a:prstGeom>
                <a:solidFill>
                  <a:srgbClr val="FFC000"/>
                </a:solidFill>
                <a:ln w="25400">
                  <a:solidFill>
                    <a:schemeClr val="accent5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dirty="0">
                      <a:solidFill>
                        <a:schemeClr val="accent5">
                          <a:lumMod val="75000"/>
                        </a:schemeClr>
                      </a:solidFill>
                    </a:rPr>
                    <a:t>28</a:t>
                  </a:r>
                </a:p>
              </p:txBody>
            </p:sp>
            <p:sp>
              <p:nvSpPr>
                <p:cNvPr id="45" name="Rectangle 44">
                  <a:extLst>
                    <a:ext uri="{FF2B5EF4-FFF2-40B4-BE49-F238E27FC236}">
                      <a16:creationId xmlns:a16="http://schemas.microsoft.com/office/drawing/2014/main" id="{AA8D0D92-D4E1-4221-9911-40F3AA540442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3481712" y="3429000"/>
                  <a:ext cx="457200" cy="457200"/>
                </a:xfrm>
                <a:prstGeom prst="rect">
                  <a:avLst/>
                </a:prstGeom>
                <a:solidFill>
                  <a:srgbClr val="FFC000"/>
                </a:solidFill>
                <a:ln w="25400">
                  <a:solidFill>
                    <a:schemeClr val="accent5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dirty="0">
                      <a:solidFill>
                        <a:schemeClr val="accent5">
                          <a:lumMod val="75000"/>
                        </a:schemeClr>
                      </a:solidFill>
                    </a:rPr>
                    <a:t>36</a:t>
                  </a:r>
                </a:p>
              </p:txBody>
            </p:sp>
            <p:sp>
              <p:nvSpPr>
                <p:cNvPr id="46" name="Rectangle 45">
                  <a:extLst>
                    <a:ext uri="{FF2B5EF4-FFF2-40B4-BE49-F238E27FC236}">
                      <a16:creationId xmlns:a16="http://schemas.microsoft.com/office/drawing/2014/main" id="{09C3B906-7CBE-4EE5-83E6-C922B5A76A3E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3481712" y="3886200"/>
                  <a:ext cx="457200" cy="457200"/>
                </a:xfrm>
                <a:prstGeom prst="rect">
                  <a:avLst/>
                </a:prstGeom>
                <a:solidFill>
                  <a:schemeClr val="accent5">
                    <a:lumMod val="75000"/>
                  </a:schemeClr>
                </a:solidFill>
                <a:ln w="25400">
                  <a:solidFill>
                    <a:schemeClr val="accent5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dirty="0"/>
                    <a:t>44</a:t>
                  </a:r>
                </a:p>
              </p:txBody>
            </p:sp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52D325EC-4CEA-40FE-A218-A94A1710F51F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3481712" y="4343400"/>
                  <a:ext cx="457200" cy="457200"/>
                </a:xfrm>
                <a:prstGeom prst="rect">
                  <a:avLst/>
                </a:prstGeom>
                <a:solidFill>
                  <a:schemeClr val="accent5">
                    <a:lumMod val="75000"/>
                  </a:schemeClr>
                </a:solidFill>
                <a:ln w="25400">
                  <a:solidFill>
                    <a:schemeClr val="accent5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dirty="0"/>
                    <a:t>52</a:t>
                  </a:r>
                </a:p>
              </p:txBody>
            </p:sp>
            <p:sp>
              <p:nvSpPr>
                <p:cNvPr id="48" name="Rectangle 47">
                  <a:extLst>
                    <a:ext uri="{FF2B5EF4-FFF2-40B4-BE49-F238E27FC236}">
                      <a16:creationId xmlns:a16="http://schemas.microsoft.com/office/drawing/2014/main" id="{B5CCE92F-39E5-4B19-BE86-7E3D32FA6F3B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3481712" y="4800600"/>
                  <a:ext cx="457200" cy="457200"/>
                </a:xfrm>
                <a:prstGeom prst="rect">
                  <a:avLst/>
                </a:prstGeom>
                <a:solidFill>
                  <a:schemeClr val="accent5">
                    <a:lumMod val="75000"/>
                  </a:schemeClr>
                </a:solidFill>
                <a:ln w="25400">
                  <a:solidFill>
                    <a:schemeClr val="accent5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dirty="0"/>
                    <a:t>60</a:t>
                  </a:r>
                </a:p>
              </p:txBody>
            </p:sp>
            <p:sp>
              <p:nvSpPr>
                <p:cNvPr id="50" name="Rectangle 49">
                  <a:extLst>
                    <a:ext uri="{FF2B5EF4-FFF2-40B4-BE49-F238E27FC236}">
                      <a16:creationId xmlns:a16="http://schemas.microsoft.com/office/drawing/2014/main" id="{E5B76CA8-82B8-41A1-AAC1-AC4C062368DB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3938912" y="1600200"/>
                  <a:ext cx="457200" cy="457200"/>
                </a:xfrm>
                <a:prstGeom prst="rect">
                  <a:avLst/>
                </a:prstGeom>
                <a:solidFill>
                  <a:schemeClr val="accent5">
                    <a:lumMod val="75000"/>
                  </a:schemeClr>
                </a:solidFill>
                <a:ln w="25400">
                  <a:solidFill>
                    <a:schemeClr val="accent5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dirty="0"/>
                    <a:t>5</a:t>
                  </a:r>
                </a:p>
              </p:txBody>
            </p:sp>
            <p:sp>
              <p:nvSpPr>
                <p:cNvPr id="51" name="Rectangle 50">
                  <a:extLst>
                    <a:ext uri="{FF2B5EF4-FFF2-40B4-BE49-F238E27FC236}">
                      <a16:creationId xmlns:a16="http://schemas.microsoft.com/office/drawing/2014/main" id="{D9A10109-6F06-4846-95B5-7958A364AC4D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3938912" y="2057400"/>
                  <a:ext cx="457200" cy="457200"/>
                </a:xfrm>
                <a:prstGeom prst="rect">
                  <a:avLst/>
                </a:prstGeom>
                <a:solidFill>
                  <a:srgbClr val="FFC000"/>
                </a:solidFill>
                <a:ln w="25400">
                  <a:solidFill>
                    <a:schemeClr val="accent5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dirty="0">
                      <a:solidFill>
                        <a:schemeClr val="accent5">
                          <a:lumMod val="75000"/>
                        </a:schemeClr>
                      </a:solidFill>
                    </a:rPr>
                    <a:t>13</a:t>
                  </a:r>
                </a:p>
              </p:txBody>
            </p:sp>
            <p:sp>
              <p:nvSpPr>
                <p:cNvPr id="52" name="Rectangle 51">
                  <a:extLst>
                    <a:ext uri="{FF2B5EF4-FFF2-40B4-BE49-F238E27FC236}">
                      <a16:creationId xmlns:a16="http://schemas.microsoft.com/office/drawing/2014/main" id="{DA76E73A-C224-4663-9CE1-4C7C793E736A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3938912" y="2514600"/>
                  <a:ext cx="457200" cy="457200"/>
                </a:xfrm>
                <a:prstGeom prst="rect">
                  <a:avLst/>
                </a:prstGeom>
                <a:solidFill>
                  <a:srgbClr val="FFC000"/>
                </a:solidFill>
                <a:ln w="25400">
                  <a:solidFill>
                    <a:schemeClr val="accent5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dirty="0">
                      <a:solidFill>
                        <a:schemeClr val="accent5">
                          <a:lumMod val="75000"/>
                        </a:schemeClr>
                      </a:solidFill>
                    </a:rPr>
                    <a:t>21</a:t>
                  </a:r>
                </a:p>
              </p:txBody>
            </p:sp>
            <p:sp>
              <p:nvSpPr>
                <p:cNvPr id="53" name="Rectangle 52">
                  <a:extLst>
                    <a:ext uri="{FF2B5EF4-FFF2-40B4-BE49-F238E27FC236}">
                      <a16:creationId xmlns:a16="http://schemas.microsoft.com/office/drawing/2014/main" id="{4F764991-2B02-4E86-AA38-1CDB25A2F6C9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3938912" y="2971800"/>
                  <a:ext cx="457200" cy="457200"/>
                </a:xfrm>
                <a:prstGeom prst="rect">
                  <a:avLst/>
                </a:prstGeom>
                <a:solidFill>
                  <a:srgbClr val="FFC000"/>
                </a:solidFill>
                <a:ln w="25400">
                  <a:solidFill>
                    <a:schemeClr val="accent5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dirty="0">
                      <a:solidFill>
                        <a:schemeClr val="accent5">
                          <a:lumMod val="75000"/>
                        </a:schemeClr>
                      </a:solidFill>
                    </a:rPr>
                    <a:t>29</a:t>
                  </a:r>
                </a:p>
              </p:txBody>
            </p:sp>
            <p:sp>
              <p:nvSpPr>
                <p:cNvPr id="54" name="Rectangle 53">
                  <a:extLst>
                    <a:ext uri="{FF2B5EF4-FFF2-40B4-BE49-F238E27FC236}">
                      <a16:creationId xmlns:a16="http://schemas.microsoft.com/office/drawing/2014/main" id="{1A32622D-CC0B-4057-A819-1B014FB59D9E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3938912" y="3429000"/>
                  <a:ext cx="457200" cy="457200"/>
                </a:xfrm>
                <a:prstGeom prst="rect">
                  <a:avLst/>
                </a:prstGeom>
                <a:solidFill>
                  <a:srgbClr val="FFC000"/>
                </a:solidFill>
                <a:ln w="25400">
                  <a:solidFill>
                    <a:schemeClr val="accent5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dirty="0">
                      <a:solidFill>
                        <a:schemeClr val="accent5">
                          <a:lumMod val="75000"/>
                        </a:schemeClr>
                      </a:solidFill>
                    </a:rPr>
                    <a:t>37</a:t>
                  </a:r>
                </a:p>
              </p:txBody>
            </p:sp>
            <p:sp>
              <p:nvSpPr>
                <p:cNvPr id="55" name="Rectangle 54">
                  <a:extLst>
                    <a:ext uri="{FF2B5EF4-FFF2-40B4-BE49-F238E27FC236}">
                      <a16:creationId xmlns:a16="http://schemas.microsoft.com/office/drawing/2014/main" id="{5F10F818-3FA7-4D36-8B6A-AB493A96EA26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3938912" y="3886200"/>
                  <a:ext cx="457200" cy="457200"/>
                </a:xfrm>
                <a:prstGeom prst="rect">
                  <a:avLst/>
                </a:prstGeom>
                <a:solidFill>
                  <a:schemeClr val="accent5">
                    <a:lumMod val="75000"/>
                  </a:schemeClr>
                </a:solidFill>
                <a:ln w="25400">
                  <a:solidFill>
                    <a:schemeClr val="accent5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dirty="0"/>
                    <a:t>45</a:t>
                  </a:r>
                </a:p>
              </p:txBody>
            </p:sp>
            <p:sp>
              <p:nvSpPr>
                <p:cNvPr id="56" name="Rectangle 55">
                  <a:extLst>
                    <a:ext uri="{FF2B5EF4-FFF2-40B4-BE49-F238E27FC236}">
                      <a16:creationId xmlns:a16="http://schemas.microsoft.com/office/drawing/2014/main" id="{D585CA73-CB4F-4F1D-A538-B003A8318B75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3938912" y="4343400"/>
                  <a:ext cx="457200" cy="457200"/>
                </a:xfrm>
                <a:prstGeom prst="rect">
                  <a:avLst/>
                </a:prstGeom>
                <a:solidFill>
                  <a:schemeClr val="accent5">
                    <a:lumMod val="75000"/>
                  </a:schemeClr>
                </a:solidFill>
                <a:ln w="25400">
                  <a:solidFill>
                    <a:schemeClr val="accent5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dirty="0"/>
                    <a:t>53</a:t>
                  </a:r>
                </a:p>
              </p:txBody>
            </p:sp>
            <p:sp>
              <p:nvSpPr>
                <p:cNvPr id="57" name="Rectangle 56">
                  <a:extLst>
                    <a:ext uri="{FF2B5EF4-FFF2-40B4-BE49-F238E27FC236}">
                      <a16:creationId xmlns:a16="http://schemas.microsoft.com/office/drawing/2014/main" id="{EBBC018E-5D41-4385-BDAC-F95795D041BB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3938912" y="4800600"/>
                  <a:ext cx="457200" cy="457200"/>
                </a:xfrm>
                <a:prstGeom prst="rect">
                  <a:avLst/>
                </a:prstGeom>
                <a:solidFill>
                  <a:schemeClr val="accent5">
                    <a:lumMod val="75000"/>
                  </a:schemeClr>
                </a:solidFill>
                <a:ln w="25400">
                  <a:solidFill>
                    <a:schemeClr val="accent5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dirty="0"/>
                    <a:t>61</a:t>
                  </a:r>
                </a:p>
              </p:txBody>
            </p:sp>
            <p:sp>
              <p:nvSpPr>
                <p:cNvPr id="59" name="Rectangle 58">
                  <a:extLst>
                    <a:ext uri="{FF2B5EF4-FFF2-40B4-BE49-F238E27FC236}">
                      <a16:creationId xmlns:a16="http://schemas.microsoft.com/office/drawing/2014/main" id="{A80F28B1-A065-4CF8-8133-6C57377A7302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4396112" y="1600200"/>
                  <a:ext cx="457200" cy="457200"/>
                </a:xfrm>
                <a:prstGeom prst="rect">
                  <a:avLst/>
                </a:prstGeom>
                <a:solidFill>
                  <a:schemeClr val="accent5">
                    <a:lumMod val="75000"/>
                  </a:schemeClr>
                </a:solidFill>
                <a:ln w="25400">
                  <a:solidFill>
                    <a:schemeClr val="accent5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dirty="0"/>
                    <a:t>6</a:t>
                  </a:r>
                </a:p>
              </p:txBody>
            </p:sp>
            <p:sp>
              <p:nvSpPr>
                <p:cNvPr id="60" name="Rectangle 59">
                  <a:extLst>
                    <a:ext uri="{FF2B5EF4-FFF2-40B4-BE49-F238E27FC236}">
                      <a16:creationId xmlns:a16="http://schemas.microsoft.com/office/drawing/2014/main" id="{01C96F65-B19F-49D8-AEB2-AB139D0E79C4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4396112" y="2057400"/>
                  <a:ext cx="457200" cy="457200"/>
                </a:xfrm>
                <a:prstGeom prst="rect">
                  <a:avLst/>
                </a:prstGeom>
                <a:solidFill>
                  <a:schemeClr val="accent5">
                    <a:lumMod val="75000"/>
                  </a:schemeClr>
                </a:solidFill>
                <a:ln w="25400">
                  <a:solidFill>
                    <a:schemeClr val="accent5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dirty="0"/>
                    <a:t>14</a:t>
                  </a:r>
                </a:p>
              </p:txBody>
            </p:sp>
            <p:sp>
              <p:nvSpPr>
                <p:cNvPr id="61" name="Rectangle 60">
                  <a:extLst>
                    <a:ext uri="{FF2B5EF4-FFF2-40B4-BE49-F238E27FC236}">
                      <a16:creationId xmlns:a16="http://schemas.microsoft.com/office/drawing/2014/main" id="{020BFCCA-519E-4ED8-80EE-D6232EC7F008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4396112" y="2514600"/>
                  <a:ext cx="457200" cy="457200"/>
                </a:xfrm>
                <a:prstGeom prst="rect">
                  <a:avLst/>
                </a:prstGeom>
                <a:solidFill>
                  <a:srgbClr val="FFC000"/>
                </a:solidFill>
                <a:ln w="25400">
                  <a:solidFill>
                    <a:schemeClr val="accent5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dirty="0">
                      <a:solidFill>
                        <a:schemeClr val="accent5">
                          <a:lumMod val="75000"/>
                        </a:schemeClr>
                      </a:solidFill>
                    </a:rPr>
                    <a:t>22</a:t>
                  </a:r>
                </a:p>
              </p:txBody>
            </p:sp>
            <p:sp>
              <p:nvSpPr>
                <p:cNvPr id="62" name="Rectangle 61">
                  <a:extLst>
                    <a:ext uri="{FF2B5EF4-FFF2-40B4-BE49-F238E27FC236}">
                      <a16:creationId xmlns:a16="http://schemas.microsoft.com/office/drawing/2014/main" id="{03213AA0-4164-41F9-B9EE-409EE3F93179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4396112" y="2971800"/>
                  <a:ext cx="457200" cy="457200"/>
                </a:xfrm>
                <a:prstGeom prst="rect">
                  <a:avLst/>
                </a:prstGeom>
                <a:solidFill>
                  <a:srgbClr val="FFC000"/>
                </a:solidFill>
                <a:ln w="25400">
                  <a:solidFill>
                    <a:schemeClr val="accent5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dirty="0">
                      <a:solidFill>
                        <a:schemeClr val="accent5">
                          <a:lumMod val="75000"/>
                        </a:schemeClr>
                      </a:solidFill>
                    </a:rPr>
                    <a:t>30</a:t>
                  </a:r>
                </a:p>
              </p:txBody>
            </p:sp>
            <p:sp>
              <p:nvSpPr>
                <p:cNvPr id="63" name="Rectangle 62">
                  <a:extLst>
                    <a:ext uri="{FF2B5EF4-FFF2-40B4-BE49-F238E27FC236}">
                      <a16:creationId xmlns:a16="http://schemas.microsoft.com/office/drawing/2014/main" id="{24BE9BA4-5ECF-46A1-BBBD-CAC74AEC05EF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4396112" y="3429000"/>
                  <a:ext cx="457200" cy="457200"/>
                </a:xfrm>
                <a:prstGeom prst="rect">
                  <a:avLst/>
                </a:prstGeom>
                <a:solidFill>
                  <a:srgbClr val="FFC000"/>
                </a:solidFill>
                <a:ln w="25400">
                  <a:solidFill>
                    <a:schemeClr val="accent5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dirty="0">
                      <a:solidFill>
                        <a:schemeClr val="accent5">
                          <a:lumMod val="75000"/>
                        </a:schemeClr>
                      </a:solidFill>
                    </a:rPr>
                    <a:t>38</a:t>
                  </a:r>
                </a:p>
              </p:txBody>
            </p:sp>
            <p:sp>
              <p:nvSpPr>
                <p:cNvPr id="64" name="Rectangle 63">
                  <a:extLst>
                    <a:ext uri="{FF2B5EF4-FFF2-40B4-BE49-F238E27FC236}">
                      <a16:creationId xmlns:a16="http://schemas.microsoft.com/office/drawing/2014/main" id="{B3A1FC7C-64E5-434E-A6D7-970B4585A253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4396112" y="3886200"/>
                  <a:ext cx="457200" cy="457200"/>
                </a:xfrm>
                <a:prstGeom prst="rect">
                  <a:avLst/>
                </a:prstGeom>
                <a:solidFill>
                  <a:schemeClr val="accent5">
                    <a:lumMod val="75000"/>
                  </a:schemeClr>
                </a:solidFill>
                <a:ln w="25400">
                  <a:solidFill>
                    <a:schemeClr val="accent5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dirty="0"/>
                    <a:t>46</a:t>
                  </a:r>
                </a:p>
              </p:txBody>
            </p:sp>
            <p:sp>
              <p:nvSpPr>
                <p:cNvPr id="65" name="Rectangle 64">
                  <a:extLst>
                    <a:ext uri="{FF2B5EF4-FFF2-40B4-BE49-F238E27FC236}">
                      <a16:creationId xmlns:a16="http://schemas.microsoft.com/office/drawing/2014/main" id="{10D1CF15-53CE-4CE6-9080-C8FFB6C4D90F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4396112" y="4343400"/>
                  <a:ext cx="457200" cy="457200"/>
                </a:xfrm>
                <a:prstGeom prst="rect">
                  <a:avLst/>
                </a:prstGeom>
                <a:solidFill>
                  <a:schemeClr val="accent5">
                    <a:lumMod val="75000"/>
                  </a:schemeClr>
                </a:solidFill>
                <a:ln w="25400">
                  <a:solidFill>
                    <a:schemeClr val="accent5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dirty="0"/>
                    <a:t>54</a:t>
                  </a:r>
                </a:p>
              </p:txBody>
            </p:sp>
            <p:sp>
              <p:nvSpPr>
                <p:cNvPr id="66" name="Rectangle 65">
                  <a:extLst>
                    <a:ext uri="{FF2B5EF4-FFF2-40B4-BE49-F238E27FC236}">
                      <a16:creationId xmlns:a16="http://schemas.microsoft.com/office/drawing/2014/main" id="{78842A85-08FB-4035-9750-FF4724255653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4396112" y="4800600"/>
                  <a:ext cx="457200" cy="457200"/>
                </a:xfrm>
                <a:prstGeom prst="rect">
                  <a:avLst/>
                </a:prstGeom>
                <a:solidFill>
                  <a:schemeClr val="accent5">
                    <a:lumMod val="75000"/>
                  </a:schemeClr>
                </a:solidFill>
                <a:ln w="25400">
                  <a:solidFill>
                    <a:schemeClr val="accent5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dirty="0"/>
                    <a:t>62</a:t>
                  </a:r>
                </a:p>
              </p:txBody>
            </p:sp>
            <p:sp>
              <p:nvSpPr>
                <p:cNvPr id="68" name="Rectangle 67">
                  <a:extLst>
                    <a:ext uri="{FF2B5EF4-FFF2-40B4-BE49-F238E27FC236}">
                      <a16:creationId xmlns:a16="http://schemas.microsoft.com/office/drawing/2014/main" id="{90049369-2BBD-41B4-9382-CA33DAF6070D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4853312" y="1600200"/>
                  <a:ext cx="457200" cy="457200"/>
                </a:xfrm>
                <a:prstGeom prst="rect">
                  <a:avLst/>
                </a:prstGeom>
                <a:solidFill>
                  <a:schemeClr val="accent5">
                    <a:lumMod val="75000"/>
                  </a:schemeClr>
                </a:solidFill>
                <a:ln w="25400">
                  <a:solidFill>
                    <a:schemeClr val="accent5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dirty="0"/>
                    <a:t>7</a:t>
                  </a:r>
                </a:p>
              </p:txBody>
            </p:sp>
            <p:sp>
              <p:nvSpPr>
                <p:cNvPr id="69" name="Rectangle 68">
                  <a:extLst>
                    <a:ext uri="{FF2B5EF4-FFF2-40B4-BE49-F238E27FC236}">
                      <a16:creationId xmlns:a16="http://schemas.microsoft.com/office/drawing/2014/main" id="{202D62D3-9672-47F9-8E5A-3E7220E866FE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4853312" y="2057400"/>
                  <a:ext cx="457200" cy="457200"/>
                </a:xfrm>
                <a:prstGeom prst="rect">
                  <a:avLst/>
                </a:prstGeom>
                <a:solidFill>
                  <a:schemeClr val="accent5">
                    <a:lumMod val="75000"/>
                  </a:schemeClr>
                </a:solidFill>
                <a:ln w="25400">
                  <a:solidFill>
                    <a:schemeClr val="accent5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dirty="0"/>
                    <a:t>15</a:t>
                  </a:r>
                </a:p>
              </p:txBody>
            </p:sp>
            <p:sp>
              <p:nvSpPr>
                <p:cNvPr id="70" name="Rectangle 69">
                  <a:extLst>
                    <a:ext uri="{FF2B5EF4-FFF2-40B4-BE49-F238E27FC236}">
                      <a16:creationId xmlns:a16="http://schemas.microsoft.com/office/drawing/2014/main" id="{1F12556C-8983-41DF-902F-FA01A25653BA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4853312" y="2514600"/>
                  <a:ext cx="457200" cy="457200"/>
                </a:xfrm>
                <a:prstGeom prst="rect">
                  <a:avLst/>
                </a:prstGeom>
                <a:solidFill>
                  <a:schemeClr val="accent5">
                    <a:lumMod val="75000"/>
                  </a:schemeClr>
                </a:solidFill>
                <a:ln w="25400">
                  <a:solidFill>
                    <a:schemeClr val="accent5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dirty="0"/>
                    <a:t>23</a:t>
                  </a:r>
                </a:p>
              </p:txBody>
            </p:sp>
            <p:sp>
              <p:nvSpPr>
                <p:cNvPr id="71" name="Rectangle 70">
                  <a:extLst>
                    <a:ext uri="{FF2B5EF4-FFF2-40B4-BE49-F238E27FC236}">
                      <a16:creationId xmlns:a16="http://schemas.microsoft.com/office/drawing/2014/main" id="{2A52C980-0C05-4498-B96D-51E8574BDC97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4853312" y="2971800"/>
                  <a:ext cx="457200" cy="457200"/>
                </a:xfrm>
                <a:prstGeom prst="rect">
                  <a:avLst/>
                </a:prstGeom>
                <a:solidFill>
                  <a:srgbClr val="FFC000"/>
                </a:solidFill>
                <a:ln w="25400">
                  <a:solidFill>
                    <a:schemeClr val="accent5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dirty="0">
                      <a:solidFill>
                        <a:schemeClr val="accent5">
                          <a:lumMod val="75000"/>
                        </a:schemeClr>
                      </a:solidFill>
                    </a:rPr>
                    <a:t>31</a:t>
                  </a:r>
                </a:p>
              </p:txBody>
            </p:sp>
            <p:sp>
              <p:nvSpPr>
                <p:cNvPr id="72" name="Rectangle 71">
                  <a:extLst>
                    <a:ext uri="{FF2B5EF4-FFF2-40B4-BE49-F238E27FC236}">
                      <a16:creationId xmlns:a16="http://schemas.microsoft.com/office/drawing/2014/main" id="{87F1F9D3-74AA-4167-97C8-8C16679E604E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4853312" y="3429000"/>
                  <a:ext cx="457200" cy="457200"/>
                </a:xfrm>
                <a:prstGeom prst="rect">
                  <a:avLst/>
                </a:prstGeom>
                <a:solidFill>
                  <a:srgbClr val="FFC000"/>
                </a:solidFill>
                <a:ln w="25400">
                  <a:solidFill>
                    <a:schemeClr val="accent5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dirty="0">
                      <a:solidFill>
                        <a:schemeClr val="accent5">
                          <a:lumMod val="75000"/>
                        </a:schemeClr>
                      </a:solidFill>
                    </a:rPr>
                    <a:t>39</a:t>
                  </a:r>
                </a:p>
              </p:txBody>
            </p:sp>
            <p:sp>
              <p:nvSpPr>
                <p:cNvPr id="73" name="Rectangle 72">
                  <a:extLst>
                    <a:ext uri="{FF2B5EF4-FFF2-40B4-BE49-F238E27FC236}">
                      <a16:creationId xmlns:a16="http://schemas.microsoft.com/office/drawing/2014/main" id="{1E6B4691-EED4-4586-A08F-624BFB39F0D4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4853312" y="3886200"/>
                  <a:ext cx="457200" cy="457200"/>
                </a:xfrm>
                <a:prstGeom prst="rect">
                  <a:avLst/>
                </a:prstGeom>
                <a:solidFill>
                  <a:schemeClr val="accent5">
                    <a:lumMod val="75000"/>
                  </a:schemeClr>
                </a:solidFill>
                <a:ln w="25400">
                  <a:solidFill>
                    <a:schemeClr val="accent5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dirty="0"/>
                    <a:t>47</a:t>
                  </a:r>
                </a:p>
              </p:txBody>
            </p:sp>
            <p:sp>
              <p:nvSpPr>
                <p:cNvPr id="74" name="Rectangle 73">
                  <a:extLst>
                    <a:ext uri="{FF2B5EF4-FFF2-40B4-BE49-F238E27FC236}">
                      <a16:creationId xmlns:a16="http://schemas.microsoft.com/office/drawing/2014/main" id="{DCF27C63-F0D2-43B6-9971-FD3A6BE4C0F0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4853312" y="4343400"/>
                  <a:ext cx="457200" cy="457200"/>
                </a:xfrm>
                <a:prstGeom prst="rect">
                  <a:avLst/>
                </a:prstGeom>
                <a:solidFill>
                  <a:schemeClr val="accent5">
                    <a:lumMod val="75000"/>
                  </a:schemeClr>
                </a:solidFill>
                <a:ln w="25400">
                  <a:solidFill>
                    <a:schemeClr val="accent5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dirty="0"/>
                    <a:t>55</a:t>
                  </a:r>
                </a:p>
              </p:txBody>
            </p:sp>
            <p:sp>
              <p:nvSpPr>
                <p:cNvPr id="75" name="Rectangle 74">
                  <a:extLst>
                    <a:ext uri="{FF2B5EF4-FFF2-40B4-BE49-F238E27FC236}">
                      <a16:creationId xmlns:a16="http://schemas.microsoft.com/office/drawing/2014/main" id="{055D4C3C-9613-4C77-895A-481C0D90E812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4853312" y="4800600"/>
                  <a:ext cx="457200" cy="457200"/>
                </a:xfrm>
                <a:prstGeom prst="rect">
                  <a:avLst/>
                </a:prstGeom>
                <a:solidFill>
                  <a:schemeClr val="accent5">
                    <a:lumMod val="75000"/>
                  </a:schemeClr>
                </a:solidFill>
                <a:ln w="25400">
                  <a:solidFill>
                    <a:schemeClr val="accent5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dirty="0"/>
                    <a:t>63</a:t>
                  </a:r>
                </a:p>
              </p:txBody>
            </p:sp>
          </p:grpSp>
          <p:sp>
            <p:nvSpPr>
              <p:cNvPr id="238" name="TextBox 237">
                <a:extLst>
                  <a:ext uri="{FF2B5EF4-FFF2-40B4-BE49-F238E27FC236}">
                    <a16:creationId xmlns:a16="http://schemas.microsoft.com/office/drawing/2014/main" id="{CD690B52-52CE-4D3D-997B-1BFA419D408B}"/>
                  </a:ext>
                </a:extLst>
              </p:cNvPr>
              <p:cNvSpPr txBox="1"/>
              <p:nvPr/>
            </p:nvSpPr>
            <p:spPr>
              <a:xfrm>
                <a:off x="3080063" y="1156871"/>
                <a:ext cx="803297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600" i="1" dirty="0">
                    <a:solidFill>
                      <a:srgbClr val="0070C0"/>
                    </a:solidFill>
                  </a:rPr>
                  <a:t>column</a:t>
                </a:r>
              </a:p>
            </p:txBody>
          </p:sp>
          <p:sp>
            <p:nvSpPr>
              <p:cNvPr id="258" name="TextBox 257">
                <a:extLst>
                  <a:ext uri="{FF2B5EF4-FFF2-40B4-BE49-F238E27FC236}">
                    <a16:creationId xmlns:a16="http://schemas.microsoft.com/office/drawing/2014/main" id="{A089CE6B-A2CA-431A-A114-A9B067D126CE}"/>
                  </a:ext>
                </a:extLst>
              </p:cNvPr>
              <p:cNvSpPr txBox="1"/>
              <p:nvPr/>
            </p:nvSpPr>
            <p:spPr>
              <a:xfrm>
                <a:off x="1143154" y="3222600"/>
                <a:ext cx="430887" cy="415114"/>
              </a:xfrm>
              <a:prstGeom prst="rect">
                <a:avLst/>
              </a:prstGeom>
              <a:noFill/>
            </p:spPr>
            <p:txBody>
              <a:bodyPr vert="vert270" wrap="none" rtlCol="0">
                <a:spAutoFit/>
              </a:bodyPr>
              <a:lstStyle/>
              <a:p>
                <a:pPr algn="ctr"/>
                <a:r>
                  <a:rPr lang="en-US" sz="1600" i="1" dirty="0">
                    <a:solidFill>
                      <a:srgbClr val="0070C0"/>
                    </a:solidFill>
                  </a:rPr>
                  <a:t>row</a:t>
                </a:r>
              </a:p>
            </p:txBody>
          </p:sp>
        </p:grpSp>
        <p:sp>
          <p:nvSpPr>
            <p:cNvPr id="288" name="TextBox 287">
              <a:extLst>
                <a:ext uri="{FF2B5EF4-FFF2-40B4-BE49-F238E27FC236}">
                  <a16:creationId xmlns:a16="http://schemas.microsoft.com/office/drawing/2014/main" id="{CB589AD4-1178-4280-98EE-B7A4E64C9FD4}"/>
                </a:ext>
              </a:extLst>
            </p:cNvPr>
            <p:cNvSpPr txBox="1"/>
            <p:nvPr/>
          </p:nvSpPr>
          <p:spPr>
            <a:xfrm>
              <a:off x="2507373" y="5500674"/>
              <a:ext cx="194867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solidFill>
                    <a:srgbClr val="0070C0"/>
                  </a:solidFill>
                </a:rPr>
                <a:t>DISPLAY MATRIX</a:t>
              </a:r>
            </a:p>
          </p:txBody>
        </p:sp>
      </p:grpSp>
      <p:grpSp>
        <p:nvGrpSpPr>
          <p:cNvPr id="321" name="Group 320">
            <a:extLst>
              <a:ext uri="{FF2B5EF4-FFF2-40B4-BE49-F238E27FC236}">
                <a16:creationId xmlns:a16="http://schemas.microsoft.com/office/drawing/2014/main" id="{F445A3A3-4B73-41CD-BD66-F19436CF881D}"/>
              </a:ext>
            </a:extLst>
          </p:cNvPr>
          <p:cNvGrpSpPr/>
          <p:nvPr/>
        </p:nvGrpSpPr>
        <p:grpSpPr>
          <a:xfrm>
            <a:off x="5052933" y="2758816"/>
            <a:ext cx="2492329" cy="1211286"/>
            <a:chOff x="5078344" y="2807754"/>
            <a:chExt cx="2492329" cy="1211286"/>
          </a:xfrm>
        </p:grpSpPr>
        <p:sp>
          <p:nvSpPr>
            <p:cNvPr id="292" name="Arrow: Right 291">
              <a:extLst>
                <a:ext uri="{FF2B5EF4-FFF2-40B4-BE49-F238E27FC236}">
                  <a16:creationId xmlns:a16="http://schemas.microsoft.com/office/drawing/2014/main" id="{43666D31-606A-4D50-93BB-EFF2DB2C22D6}"/>
                </a:ext>
              </a:extLst>
            </p:cNvPr>
            <p:cNvSpPr/>
            <p:nvPr/>
          </p:nvSpPr>
          <p:spPr>
            <a:xfrm>
              <a:off x="5078344" y="2807754"/>
              <a:ext cx="2492329" cy="1211286"/>
            </a:xfrm>
            <a:prstGeom prst="rightArrow">
              <a:avLst>
                <a:gd name="adj1" fmla="val 50000"/>
                <a:gd name="adj2" fmla="val 63744"/>
              </a:avLst>
            </a:prstGeom>
            <a:gradFill flip="none" rotWithShape="1">
              <a:gsLst>
                <a:gs pos="100000">
                  <a:srgbClr val="0070C0"/>
                </a:gs>
                <a:gs pos="0">
                  <a:srgbClr val="00B050"/>
                </a:gs>
              </a:gsLst>
              <a:lin ang="0" scaled="0"/>
              <a:tileRect/>
            </a:gradFill>
            <a:ln w="22225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3" name="TextBox 292">
              <a:extLst>
                <a:ext uri="{FF2B5EF4-FFF2-40B4-BE49-F238E27FC236}">
                  <a16:creationId xmlns:a16="http://schemas.microsoft.com/office/drawing/2014/main" id="{E236E953-B5AD-43DB-8240-AD8EED9F7D8B}"/>
                </a:ext>
              </a:extLst>
            </p:cNvPr>
            <p:cNvSpPr txBox="1"/>
            <p:nvPr/>
          </p:nvSpPr>
          <p:spPr>
            <a:xfrm>
              <a:off x="5474928" y="3228945"/>
              <a:ext cx="155818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solidFill>
                    <a:schemeClr val="bg1"/>
                  </a:solidFill>
                </a:rPr>
                <a:t>TRANSFORM</a:t>
              </a:r>
            </a:p>
          </p:txBody>
        </p:sp>
      </p:grpSp>
      <p:grpSp>
        <p:nvGrpSpPr>
          <p:cNvPr id="322" name="Group 321">
            <a:extLst>
              <a:ext uri="{FF2B5EF4-FFF2-40B4-BE49-F238E27FC236}">
                <a16:creationId xmlns:a16="http://schemas.microsoft.com/office/drawing/2014/main" id="{1C499EAA-8309-47E7-9A4D-5581491E0CB0}"/>
              </a:ext>
            </a:extLst>
          </p:cNvPr>
          <p:cNvGrpSpPr/>
          <p:nvPr/>
        </p:nvGrpSpPr>
        <p:grpSpPr>
          <a:xfrm>
            <a:off x="592890" y="497445"/>
            <a:ext cx="5069642" cy="5353070"/>
            <a:chOff x="240465" y="497445"/>
            <a:chExt cx="5069642" cy="5353070"/>
          </a:xfrm>
        </p:grpSpPr>
        <p:grpSp>
          <p:nvGrpSpPr>
            <p:cNvPr id="320" name="Group 319">
              <a:extLst>
                <a:ext uri="{FF2B5EF4-FFF2-40B4-BE49-F238E27FC236}">
                  <a16:creationId xmlns:a16="http://schemas.microsoft.com/office/drawing/2014/main" id="{A7207827-9AF1-4A0D-983D-A5F4239B4E4A}"/>
                </a:ext>
              </a:extLst>
            </p:cNvPr>
            <p:cNvGrpSpPr/>
            <p:nvPr/>
          </p:nvGrpSpPr>
          <p:grpSpPr>
            <a:xfrm>
              <a:off x="442752" y="497445"/>
              <a:ext cx="4867355" cy="5353070"/>
              <a:chOff x="233202" y="497445"/>
              <a:chExt cx="4867355" cy="5353070"/>
            </a:xfrm>
          </p:grpSpPr>
          <p:grpSp>
            <p:nvGrpSpPr>
              <p:cNvPr id="291" name="Group 290">
                <a:extLst>
                  <a:ext uri="{FF2B5EF4-FFF2-40B4-BE49-F238E27FC236}">
                    <a16:creationId xmlns:a16="http://schemas.microsoft.com/office/drawing/2014/main" id="{5C9A59EA-85A9-4515-A9CD-7289DE986CCE}"/>
                  </a:ext>
                </a:extLst>
              </p:cNvPr>
              <p:cNvGrpSpPr/>
              <p:nvPr/>
            </p:nvGrpSpPr>
            <p:grpSpPr>
              <a:xfrm>
                <a:off x="614283" y="497445"/>
                <a:ext cx="4486274" cy="5353070"/>
                <a:chOff x="7338688" y="561985"/>
                <a:chExt cx="4486274" cy="5353070"/>
              </a:xfrm>
            </p:grpSpPr>
            <p:grpSp>
              <p:nvGrpSpPr>
                <p:cNvPr id="287" name="Group 286">
                  <a:extLst>
                    <a:ext uri="{FF2B5EF4-FFF2-40B4-BE49-F238E27FC236}">
                      <a16:creationId xmlns:a16="http://schemas.microsoft.com/office/drawing/2014/main" id="{931A21F8-BF02-4032-AE94-74020A5BCA75}"/>
                    </a:ext>
                  </a:extLst>
                </p:cNvPr>
                <p:cNvGrpSpPr/>
                <p:nvPr/>
              </p:nvGrpSpPr>
              <p:grpSpPr>
                <a:xfrm>
                  <a:off x="7338688" y="561985"/>
                  <a:ext cx="4486274" cy="4695815"/>
                  <a:chOff x="7338688" y="561985"/>
                  <a:chExt cx="4486274" cy="4695815"/>
                </a:xfrm>
              </p:grpSpPr>
              <p:sp>
                <p:nvSpPr>
                  <p:cNvPr id="237" name="Isosceles Triangle 236">
                    <a:extLst>
                      <a:ext uri="{FF2B5EF4-FFF2-40B4-BE49-F238E27FC236}">
                        <a16:creationId xmlns:a16="http://schemas.microsoft.com/office/drawing/2014/main" id="{481876CF-6151-4B89-957E-F743C66323F8}"/>
                      </a:ext>
                    </a:extLst>
                  </p:cNvPr>
                  <p:cNvSpPr/>
                  <p:nvPr/>
                </p:nvSpPr>
                <p:spPr>
                  <a:xfrm>
                    <a:off x="9253214" y="561985"/>
                    <a:ext cx="2571748" cy="1724015"/>
                  </a:xfrm>
                  <a:prstGeom prst="triangle">
                    <a:avLst/>
                  </a:prstGeom>
                  <a:solidFill>
                    <a:srgbClr val="FF0000">
                      <a:alpha val="52000"/>
                    </a:srgbClr>
                  </a:solidFill>
                  <a:ln>
                    <a:noFill/>
                  </a:ln>
                  <a:effectLst>
                    <a:outerShdw blurRad="76200" dist="12700" dir="2700000" sy="-23000" kx="-800400" algn="bl" rotWithShape="0">
                      <a:prstClr val="black">
                        <a:alpha val="20000"/>
                      </a:prstClr>
                    </a:outerShdw>
                    <a:reflection blurRad="6350" stA="52000" endA="300" endPos="35000" dir="5400000" sy="-100000" algn="bl" rotWithShape="0"/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grpSp>
                <p:nvGrpSpPr>
                  <p:cNvPr id="219" name="Group 218">
                    <a:extLst>
                      <a:ext uri="{FF2B5EF4-FFF2-40B4-BE49-F238E27FC236}">
                        <a16:creationId xmlns:a16="http://schemas.microsoft.com/office/drawing/2014/main" id="{7BE65424-E83B-47DF-98FA-12A94FE9739D}"/>
                      </a:ext>
                    </a:extLst>
                  </p:cNvPr>
                  <p:cNvGrpSpPr/>
                  <p:nvPr/>
                </p:nvGrpSpPr>
                <p:grpSpPr>
                  <a:xfrm>
                    <a:off x="7338688" y="1600200"/>
                    <a:ext cx="3657600" cy="3657600"/>
                    <a:chOff x="7338688" y="1600200"/>
                    <a:chExt cx="3657600" cy="3657600"/>
                  </a:xfrm>
                </p:grpSpPr>
                <p:sp>
                  <p:nvSpPr>
                    <p:cNvPr id="155" name="Rectangle 154">
                      <a:extLst>
                        <a:ext uri="{FF2B5EF4-FFF2-40B4-BE49-F238E27FC236}">
                          <a16:creationId xmlns:a16="http://schemas.microsoft.com/office/drawing/2014/main" id="{2D757391-256E-45BF-99DD-89A74298B061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 rot="16200000">
                      <a:off x="7338688" y="4800600"/>
                      <a:ext cx="457200" cy="457200"/>
                    </a:xfrm>
                    <a:prstGeom prst="rect">
                      <a:avLst/>
                    </a:prstGeom>
                    <a:solidFill>
                      <a:srgbClr val="00B050"/>
                    </a:solidFill>
                    <a:ln w="25400">
                      <a:solidFill>
                        <a:schemeClr val="accent6">
                          <a:lumMod val="40000"/>
                          <a:lumOff val="6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vert="vert" rtlCol="0" anchor="ctr"/>
                    <a:lstStyle/>
                    <a:p>
                      <a:pPr algn="ctr"/>
                      <a:r>
                        <a:rPr lang="en-US" sz="1400" dirty="0"/>
                        <a:t>0</a:t>
                      </a:r>
                    </a:p>
                  </p:txBody>
                </p:sp>
                <p:sp>
                  <p:nvSpPr>
                    <p:cNvPr id="156" name="Rectangle 155">
                      <a:extLst>
                        <a:ext uri="{FF2B5EF4-FFF2-40B4-BE49-F238E27FC236}">
                          <a16:creationId xmlns:a16="http://schemas.microsoft.com/office/drawing/2014/main" id="{C3BFC5CA-7BCB-4309-802F-D4B45F938EB1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 rot="16200000">
                      <a:off x="7795888" y="4800600"/>
                      <a:ext cx="457200" cy="457200"/>
                    </a:xfrm>
                    <a:prstGeom prst="rect">
                      <a:avLst/>
                    </a:prstGeom>
                    <a:solidFill>
                      <a:srgbClr val="00B050"/>
                    </a:solidFill>
                    <a:ln w="25400">
                      <a:solidFill>
                        <a:schemeClr val="accent6">
                          <a:lumMod val="40000"/>
                          <a:lumOff val="6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vert="vert" rtlCol="0" anchor="ctr"/>
                    <a:lstStyle/>
                    <a:p>
                      <a:pPr algn="ctr"/>
                      <a:r>
                        <a:rPr lang="en-US" sz="1400" dirty="0"/>
                        <a:t>8</a:t>
                      </a:r>
                    </a:p>
                  </p:txBody>
                </p:sp>
                <p:sp>
                  <p:nvSpPr>
                    <p:cNvPr id="157" name="Rectangle 156">
                      <a:extLst>
                        <a:ext uri="{FF2B5EF4-FFF2-40B4-BE49-F238E27FC236}">
                          <a16:creationId xmlns:a16="http://schemas.microsoft.com/office/drawing/2014/main" id="{E67C5243-E4BC-432E-A99D-D3BBE3279043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 rot="16200000">
                      <a:off x="8253088" y="4800600"/>
                      <a:ext cx="457200" cy="457200"/>
                    </a:xfrm>
                    <a:prstGeom prst="rect">
                      <a:avLst/>
                    </a:prstGeom>
                    <a:solidFill>
                      <a:srgbClr val="00B050"/>
                    </a:solidFill>
                    <a:ln w="25400">
                      <a:solidFill>
                        <a:schemeClr val="accent6">
                          <a:lumMod val="40000"/>
                          <a:lumOff val="6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vert="vert" rtlCol="0" anchor="ctr"/>
                    <a:lstStyle/>
                    <a:p>
                      <a:pPr algn="ctr"/>
                      <a:r>
                        <a:rPr lang="en-US" sz="1400" dirty="0"/>
                        <a:t>16</a:t>
                      </a:r>
                    </a:p>
                  </p:txBody>
                </p:sp>
                <p:sp>
                  <p:nvSpPr>
                    <p:cNvPr id="158" name="Rectangle 157">
                      <a:extLst>
                        <a:ext uri="{FF2B5EF4-FFF2-40B4-BE49-F238E27FC236}">
                          <a16:creationId xmlns:a16="http://schemas.microsoft.com/office/drawing/2014/main" id="{81983A55-A907-4514-98FC-349834375440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 rot="16200000">
                      <a:off x="8710288" y="4800600"/>
                      <a:ext cx="457200" cy="457200"/>
                    </a:xfrm>
                    <a:prstGeom prst="rect">
                      <a:avLst/>
                    </a:prstGeom>
                    <a:solidFill>
                      <a:srgbClr val="00B050"/>
                    </a:solidFill>
                    <a:ln w="25400">
                      <a:solidFill>
                        <a:schemeClr val="accent6">
                          <a:lumMod val="40000"/>
                          <a:lumOff val="6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vert="vert" rtlCol="0" anchor="ctr"/>
                    <a:lstStyle/>
                    <a:p>
                      <a:pPr algn="ctr"/>
                      <a:r>
                        <a:rPr lang="en-US" sz="1400" dirty="0"/>
                        <a:t>24</a:t>
                      </a:r>
                    </a:p>
                  </p:txBody>
                </p:sp>
                <p:sp>
                  <p:nvSpPr>
                    <p:cNvPr id="159" name="Rectangle 158">
                      <a:extLst>
                        <a:ext uri="{FF2B5EF4-FFF2-40B4-BE49-F238E27FC236}">
                          <a16:creationId xmlns:a16="http://schemas.microsoft.com/office/drawing/2014/main" id="{563EA3A4-1495-4F13-A5AD-33F6D0B42E1E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 rot="16200000">
                      <a:off x="9167488" y="4800600"/>
                      <a:ext cx="457200" cy="457200"/>
                    </a:xfrm>
                    <a:prstGeom prst="rect">
                      <a:avLst/>
                    </a:prstGeom>
                    <a:solidFill>
                      <a:srgbClr val="00B050"/>
                    </a:solidFill>
                    <a:ln w="25400">
                      <a:solidFill>
                        <a:schemeClr val="accent6">
                          <a:lumMod val="40000"/>
                          <a:lumOff val="6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vert="vert" rtlCol="0" anchor="ctr"/>
                    <a:lstStyle/>
                    <a:p>
                      <a:pPr algn="ctr"/>
                      <a:r>
                        <a:rPr lang="en-US" sz="1400" dirty="0"/>
                        <a:t>32</a:t>
                      </a:r>
                    </a:p>
                  </p:txBody>
                </p:sp>
                <p:sp>
                  <p:nvSpPr>
                    <p:cNvPr id="160" name="Rectangle 159">
                      <a:extLst>
                        <a:ext uri="{FF2B5EF4-FFF2-40B4-BE49-F238E27FC236}">
                          <a16:creationId xmlns:a16="http://schemas.microsoft.com/office/drawing/2014/main" id="{394C247E-6390-49DD-AAA2-908005D69383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 rot="16200000">
                      <a:off x="9624688" y="4800600"/>
                      <a:ext cx="457200" cy="457200"/>
                    </a:xfrm>
                    <a:prstGeom prst="rect">
                      <a:avLst/>
                    </a:prstGeom>
                    <a:solidFill>
                      <a:srgbClr val="00B050"/>
                    </a:solidFill>
                    <a:ln w="25400">
                      <a:solidFill>
                        <a:schemeClr val="accent6">
                          <a:lumMod val="40000"/>
                          <a:lumOff val="6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vert="vert" rtlCol="0" anchor="ctr"/>
                    <a:lstStyle/>
                    <a:p>
                      <a:pPr algn="ctr"/>
                      <a:r>
                        <a:rPr lang="en-US" sz="1400" dirty="0"/>
                        <a:t>40</a:t>
                      </a:r>
                    </a:p>
                  </p:txBody>
                </p:sp>
                <p:sp>
                  <p:nvSpPr>
                    <p:cNvPr id="161" name="Rectangle 160">
                      <a:extLst>
                        <a:ext uri="{FF2B5EF4-FFF2-40B4-BE49-F238E27FC236}">
                          <a16:creationId xmlns:a16="http://schemas.microsoft.com/office/drawing/2014/main" id="{17095E76-B4B9-4D5C-8BD1-1B3443FD0054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 rot="16200000">
                      <a:off x="10081888" y="4800600"/>
                      <a:ext cx="457200" cy="457200"/>
                    </a:xfrm>
                    <a:prstGeom prst="rect">
                      <a:avLst/>
                    </a:prstGeom>
                    <a:solidFill>
                      <a:srgbClr val="00B050"/>
                    </a:solidFill>
                    <a:ln w="25400">
                      <a:solidFill>
                        <a:schemeClr val="accent6">
                          <a:lumMod val="40000"/>
                          <a:lumOff val="6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vert="vert" rtlCol="0" anchor="ctr"/>
                    <a:lstStyle/>
                    <a:p>
                      <a:pPr algn="ctr"/>
                      <a:r>
                        <a:rPr lang="en-US" sz="1400" dirty="0"/>
                        <a:t>48</a:t>
                      </a:r>
                    </a:p>
                  </p:txBody>
                </p:sp>
                <p:sp>
                  <p:nvSpPr>
                    <p:cNvPr id="162" name="Rectangle 161">
                      <a:extLst>
                        <a:ext uri="{FF2B5EF4-FFF2-40B4-BE49-F238E27FC236}">
                          <a16:creationId xmlns:a16="http://schemas.microsoft.com/office/drawing/2014/main" id="{235D8CBB-7B7B-4E9C-B08F-2C4BC305C58E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 rot="16200000">
                      <a:off x="10539088" y="4800600"/>
                      <a:ext cx="457200" cy="457200"/>
                    </a:xfrm>
                    <a:prstGeom prst="rect">
                      <a:avLst/>
                    </a:prstGeom>
                    <a:solidFill>
                      <a:srgbClr val="00B050"/>
                    </a:solidFill>
                    <a:ln w="25400">
                      <a:solidFill>
                        <a:schemeClr val="accent6">
                          <a:lumMod val="40000"/>
                          <a:lumOff val="6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vert="vert" rtlCol="0" anchor="ctr"/>
                    <a:lstStyle/>
                    <a:p>
                      <a:pPr algn="ctr"/>
                      <a:r>
                        <a:rPr lang="en-US" sz="1400" dirty="0"/>
                        <a:t>56</a:t>
                      </a:r>
                    </a:p>
                  </p:txBody>
                </p:sp>
                <p:sp>
                  <p:nvSpPr>
                    <p:cNvPr id="163" name="Rectangle 162">
                      <a:extLst>
                        <a:ext uri="{FF2B5EF4-FFF2-40B4-BE49-F238E27FC236}">
                          <a16:creationId xmlns:a16="http://schemas.microsoft.com/office/drawing/2014/main" id="{8F48DE13-71B8-4BAE-909F-F892025D924C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 rot="16200000">
                      <a:off x="7338688" y="4343400"/>
                      <a:ext cx="457200" cy="457200"/>
                    </a:xfrm>
                    <a:prstGeom prst="rect">
                      <a:avLst/>
                    </a:prstGeom>
                    <a:solidFill>
                      <a:srgbClr val="00B050"/>
                    </a:solidFill>
                    <a:ln w="25400">
                      <a:solidFill>
                        <a:schemeClr val="accent6">
                          <a:lumMod val="40000"/>
                          <a:lumOff val="6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vert="vert" rtlCol="0" anchor="ctr"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p:txBody>
                </p:sp>
                <p:sp>
                  <p:nvSpPr>
                    <p:cNvPr id="164" name="Rectangle 163">
                      <a:extLst>
                        <a:ext uri="{FF2B5EF4-FFF2-40B4-BE49-F238E27FC236}">
                          <a16:creationId xmlns:a16="http://schemas.microsoft.com/office/drawing/2014/main" id="{FD28E11B-7CD7-46DC-8969-B8B52A4E163A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 rot="16200000">
                      <a:off x="7795888" y="4343400"/>
                      <a:ext cx="457200" cy="457200"/>
                    </a:xfrm>
                    <a:prstGeom prst="rect">
                      <a:avLst/>
                    </a:prstGeom>
                    <a:solidFill>
                      <a:srgbClr val="00B050"/>
                    </a:solidFill>
                    <a:ln w="25400">
                      <a:solidFill>
                        <a:schemeClr val="accent6">
                          <a:lumMod val="40000"/>
                          <a:lumOff val="6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vert="vert" rtlCol="0" anchor="ctr"/>
                    <a:lstStyle/>
                    <a:p>
                      <a:pPr algn="ctr"/>
                      <a:r>
                        <a:rPr lang="en-US" sz="1400" dirty="0"/>
                        <a:t>9</a:t>
                      </a:r>
                    </a:p>
                  </p:txBody>
                </p:sp>
                <p:sp>
                  <p:nvSpPr>
                    <p:cNvPr id="165" name="Rectangle 164">
                      <a:extLst>
                        <a:ext uri="{FF2B5EF4-FFF2-40B4-BE49-F238E27FC236}">
                          <a16:creationId xmlns:a16="http://schemas.microsoft.com/office/drawing/2014/main" id="{73573E17-3EE2-4696-977C-A94186358EC1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 rot="16200000">
                      <a:off x="8253088" y="4343400"/>
                      <a:ext cx="457200" cy="457200"/>
                    </a:xfrm>
                    <a:prstGeom prst="rect">
                      <a:avLst/>
                    </a:prstGeom>
                    <a:solidFill>
                      <a:srgbClr val="00B050"/>
                    </a:solidFill>
                    <a:ln w="25400">
                      <a:solidFill>
                        <a:schemeClr val="accent6">
                          <a:lumMod val="40000"/>
                          <a:lumOff val="6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vert="vert" rtlCol="0" anchor="ctr"/>
                    <a:lstStyle/>
                    <a:p>
                      <a:pPr algn="ctr"/>
                      <a:r>
                        <a:rPr lang="en-US" sz="1400" dirty="0"/>
                        <a:t>17</a:t>
                      </a:r>
                    </a:p>
                  </p:txBody>
                </p:sp>
                <p:sp>
                  <p:nvSpPr>
                    <p:cNvPr id="166" name="Rectangle 165">
                      <a:extLst>
                        <a:ext uri="{FF2B5EF4-FFF2-40B4-BE49-F238E27FC236}">
                          <a16:creationId xmlns:a16="http://schemas.microsoft.com/office/drawing/2014/main" id="{CF6DF696-3C19-4A06-9FBF-A5D48A0B4E84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 rot="16200000">
                      <a:off x="8710288" y="4343400"/>
                      <a:ext cx="457200" cy="457200"/>
                    </a:xfrm>
                    <a:prstGeom prst="rect">
                      <a:avLst/>
                    </a:prstGeom>
                    <a:solidFill>
                      <a:srgbClr val="00B050"/>
                    </a:solidFill>
                    <a:ln w="25400">
                      <a:solidFill>
                        <a:schemeClr val="accent6">
                          <a:lumMod val="40000"/>
                          <a:lumOff val="6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vert="vert" rtlCol="0" anchor="ctr"/>
                    <a:lstStyle/>
                    <a:p>
                      <a:pPr algn="ctr"/>
                      <a:r>
                        <a:rPr lang="en-US" sz="1400" dirty="0"/>
                        <a:t>25</a:t>
                      </a:r>
                    </a:p>
                  </p:txBody>
                </p:sp>
                <p:sp>
                  <p:nvSpPr>
                    <p:cNvPr id="167" name="Rectangle 166">
                      <a:extLst>
                        <a:ext uri="{FF2B5EF4-FFF2-40B4-BE49-F238E27FC236}">
                          <a16:creationId xmlns:a16="http://schemas.microsoft.com/office/drawing/2014/main" id="{3C54B10F-D6EA-4BF6-ADF0-2D418CB70863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 rot="16200000">
                      <a:off x="9167488" y="4343400"/>
                      <a:ext cx="457200" cy="457200"/>
                    </a:xfrm>
                    <a:prstGeom prst="rect">
                      <a:avLst/>
                    </a:prstGeom>
                    <a:solidFill>
                      <a:srgbClr val="00B050"/>
                    </a:solidFill>
                    <a:ln w="25400">
                      <a:solidFill>
                        <a:schemeClr val="accent6">
                          <a:lumMod val="40000"/>
                          <a:lumOff val="6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vert="vert" rtlCol="0" anchor="ctr"/>
                    <a:lstStyle/>
                    <a:p>
                      <a:pPr algn="ctr"/>
                      <a:r>
                        <a:rPr lang="en-US" sz="1400" dirty="0"/>
                        <a:t>33</a:t>
                      </a:r>
                    </a:p>
                  </p:txBody>
                </p:sp>
                <p:sp>
                  <p:nvSpPr>
                    <p:cNvPr id="168" name="Rectangle 167">
                      <a:extLst>
                        <a:ext uri="{FF2B5EF4-FFF2-40B4-BE49-F238E27FC236}">
                          <a16:creationId xmlns:a16="http://schemas.microsoft.com/office/drawing/2014/main" id="{6573C7A0-06A5-436F-82EB-4F282B9009AD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 rot="16200000">
                      <a:off x="9624688" y="4343400"/>
                      <a:ext cx="457200" cy="457200"/>
                    </a:xfrm>
                    <a:prstGeom prst="rect">
                      <a:avLst/>
                    </a:prstGeom>
                    <a:solidFill>
                      <a:srgbClr val="00B050"/>
                    </a:solidFill>
                    <a:ln w="25400">
                      <a:solidFill>
                        <a:schemeClr val="accent6">
                          <a:lumMod val="40000"/>
                          <a:lumOff val="6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vert="vert" rtlCol="0" anchor="ctr"/>
                    <a:lstStyle/>
                    <a:p>
                      <a:pPr algn="ctr"/>
                      <a:r>
                        <a:rPr lang="en-US" sz="1400" dirty="0"/>
                        <a:t>41</a:t>
                      </a:r>
                    </a:p>
                  </p:txBody>
                </p:sp>
                <p:sp>
                  <p:nvSpPr>
                    <p:cNvPr id="169" name="Rectangle 168">
                      <a:extLst>
                        <a:ext uri="{FF2B5EF4-FFF2-40B4-BE49-F238E27FC236}">
                          <a16:creationId xmlns:a16="http://schemas.microsoft.com/office/drawing/2014/main" id="{B22840C5-6296-4FB4-BC39-0BB62137486A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 rot="16200000">
                      <a:off x="10081888" y="4343400"/>
                      <a:ext cx="457200" cy="457200"/>
                    </a:xfrm>
                    <a:prstGeom prst="rect">
                      <a:avLst/>
                    </a:prstGeom>
                    <a:solidFill>
                      <a:srgbClr val="00B050"/>
                    </a:solidFill>
                    <a:ln w="25400">
                      <a:solidFill>
                        <a:schemeClr val="accent6">
                          <a:lumMod val="40000"/>
                          <a:lumOff val="6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vert="vert" rtlCol="0" anchor="ctr"/>
                    <a:lstStyle/>
                    <a:p>
                      <a:pPr algn="ctr"/>
                      <a:r>
                        <a:rPr lang="en-US" sz="1400" dirty="0"/>
                        <a:t>49</a:t>
                      </a:r>
                    </a:p>
                  </p:txBody>
                </p:sp>
                <p:sp>
                  <p:nvSpPr>
                    <p:cNvPr id="170" name="Rectangle 169">
                      <a:extLst>
                        <a:ext uri="{FF2B5EF4-FFF2-40B4-BE49-F238E27FC236}">
                          <a16:creationId xmlns:a16="http://schemas.microsoft.com/office/drawing/2014/main" id="{F3BB5DD5-59BA-469A-9FE3-21AC8E5AB90E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 rot="16200000">
                      <a:off x="10539088" y="4343400"/>
                      <a:ext cx="457200" cy="457200"/>
                    </a:xfrm>
                    <a:prstGeom prst="rect">
                      <a:avLst/>
                    </a:prstGeom>
                    <a:solidFill>
                      <a:srgbClr val="00B050"/>
                    </a:solidFill>
                    <a:ln w="25400">
                      <a:solidFill>
                        <a:schemeClr val="accent6">
                          <a:lumMod val="40000"/>
                          <a:lumOff val="6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vert="vert" rtlCol="0" anchor="ctr"/>
                    <a:lstStyle/>
                    <a:p>
                      <a:pPr algn="ctr"/>
                      <a:r>
                        <a:rPr lang="en-US" sz="1400" dirty="0"/>
                        <a:t>57</a:t>
                      </a:r>
                    </a:p>
                  </p:txBody>
                </p:sp>
                <p:sp>
                  <p:nvSpPr>
                    <p:cNvPr id="171" name="Rectangle 170">
                      <a:extLst>
                        <a:ext uri="{FF2B5EF4-FFF2-40B4-BE49-F238E27FC236}">
                          <a16:creationId xmlns:a16="http://schemas.microsoft.com/office/drawing/2014/main" id="{48D68D55-EAB6-4F0C-9B0B-57000ED1FCA3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 rot="16200000">
                      <a:off x="7338688" y="3886200"/>
                      <a:ext cx="457200" cy="457200"/>
                    </a:xfrm>
                    <a:prstGeom prst="rect">
                      <a:avLst/>
                    </a:prstGeom>
                    <a:solidFill>
                      <a:srgbClr val="00B050"/>
                    </a:solidFill>
                    <a:ln w="25400">
                      <a:solidFill>
                        <a:schemeClr val="accent6">
                          <a:lumMod val="40000"/>
                          <a:lumOff val="6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vert="vert" rtlCol="0" anchor="ctr"/>
                    <a:lstStyle/>
                    <a:p>
                      <a:pPr algn="ctr"/>
                      <a:r>
                        <a:rPr lang="en-US" sz="1400" dirty="0"/>
                        <a:t>2</a:t>
                      </a:r>
                    </a:p>
                  </p:txBody>
                </p:sp>
                <p:sp>
                  <p:nvSpPr>
                    <p:cNvPr id="172" name="Rectangle 171">
                      <a:extLst>
                        <a:ext uri="{FF2B5EF4-FFF2-40B4-BE49-F238E27FC236}">
                          <a16:creationId xmlns:a16="http://schemas.microsoft.com/office/drawing/2014/main" id="{402CDFA7-50DF-4338-936D-F33BBE4B2AB2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 rot="16200000">
                      <a:off x="7795888" y="3886200"/>
                      <a:ext cx="457200" cy="457200"/>
                    </a:xfrm>
                    <a:prstGeom prst="rect">
                      <a:avLst/>
                    </a:prstGeom>
                    <a:solidFill>
                      <a:srgbClr val="00B050"/>
                    </a:solidFill>
                    <a:ln w="25400">
                      <a:solidFill>
                        <a:schemeClr val="accent6">
                          <a:lumMod val="40000"/>
                          <a:lumOff val="6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vert="vert" rtlCol="0" anchor="ctr"/>
                    <a:lstStyle/>
                    <a:p>
                      <a:pPr algn="ctr"/>
                      <a:r>
                        <a:rPr lang="en-US" sz="1400" dirty="0"/>
                        <a:t>10</a:t>
                      </a:r>
                    </a:p>
                  </p:txBody>
                </p:sp>
                <p:sp>
                  <p:nvSpPr>
                    <p:cNvPr id="173" name="Rectangle 172">
                      <a:extLst>
                        <a:ext uri="{FF2B5EF4-FFF2-40B4-BE49-F238E27FC236}">
                          <a16:creationId xmlns:a16="http://schemas.microsoft.com/office/drawing/2014/main" id="{FBAE3E8D-0E73-4BFF-9EC0-4BF70637E4B7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 rot="16200000">
                      <a:off x="8253088" y="3886200"/>
                      <a:ext cx="457200" cy="457200"/>
                    </a:xfrm>
                    <a:prstGeom prst="rect">
                      <a:avLst/>
                    </a:prstGeom>
                    <a:solidFill>
                      <a:srgbClr val="00B050"/>
                    </a:solidFill>
                    <a:ln w="25400">
                      <a:solidFill>
                        <a:schemeClr val="accent6">
                          <a:lumMod val="40000"/>
                          <a:lumOff val="6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vert="vert" rtlCol="0" anchor="ctr"/>
                    <a:lstStyle/>
                    <a:p>
                      <a:pPr algn="ctr"/>
                      <a:r>
                        <a:rPr lang="en-US" sz="1400" dirty="0"/>
                        <a:t>18</a:t>
                      </a:r>
                    </a:p>
                  </p:txBody>
                </p:sp>
                <p:sp>
                  <p:nvSpPr>
                    <p:cNvPr id="174" name="Rectangle 173">
                      <a:extLst>
                        <a:ext uri="{FF2B5EF4-FFF2-40B4-BE49-F238E27FC236}">
                          <a16:creationId xmlns:a16="http://schemas.microsoft.com/office/drawing/2014/main" id="{B7856500-3F99-41C2-BCC3-39C54DC61811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 rot="16200000">
                      <a:off x="8710288" y="3886200"/>
                      <a:ext cx="457200" cy="457200"/>
                    </a:xfrm>
                    <a:prstGeom prst="rect">
                      <a:avLst/>
                    </a:prstGeom>
                    <a:solidFill>
                      <a:srgbClr val="00B050"/>
                    </a:solidFill>
                    <a:ln w="25400">
                      <a:solidFill>
                        <a:schemeClr val="accent6">
                          <a:lumMod val="40000"/>
                          <a:lumOff val="6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vert="vert" rtlCol="0" anchor="ctr"/>
                    <a:lstStyle/>
                    <a:p>
                      <a:pPr algn="ctr"/>
                      <a:r>
                        <a:rPr lang="en-US" sz="1400" dirty="0"/>
                        <a:t>26</a:t>
                      </a:r>
                    </a:p>
                  </p:txBody>
                </p:sp>
                <p:sp>
                  <p:nvSpPr>
                    <p:cNvPr id="175" name="Rectangle 174">
                      <a:extLst>
                        <a:ext uri="{FF2B5EF4-FFF2-40B4-BE49-F238E27FC236}">
                          <a16:creationId xmlns:a16="http://schemas.microsoft.com/office/drawing/2014/main" id="{DC754564-1B10-46CF-B1C9-3CF4A889C4D4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 rot="16200000">
                      <a:off x="9167488" y="3886200"/>
                      <a:ext cx="457200" cy="457200"/>
                    </a:xfrm>
                    <a:prstGeom prst="rect">
                      <a:avLst/>
                    </a:prstGeom>
                    <a:solidFill>
                      <a:srgbClr val="00B050"/>
                    </a:solidFill>
                    <a:ln w="25400">
                      <a:solidFill>
                        <a:schemeClr val="accent6">
                          <a:lumMod val="40000"/>
                          <a:lumOff val="6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vert="vert" rtlCol="0" anchor="ctr"/>
                    <a:lstStyle/>
                    <a:p>
                      <a:pPr algn="ctr"/>
                      <a:r>
                        <a:rPr lang="en-US" sz="1400" dirty="0"/>
                        <a:t>34</a:t>
                      </a:r>
                    </a:p>
                  </p:txBody>
                </p:sp>
                <p:sp>
                  <p:nvSpPr>
                    <p:cNvPr id="176" name="Rectangle 175">
                      <a:extLst>
                        <a:ext uri="{FF2B5EF4-FFF2-40B4-BE49-F238E27FC236}">
                          <a16:creationId xmlns:a16="http://schemas.microsoft.com/office/drawing/2014/main" id="{8B976062-6AFC-4149-8EE2-4E8CE56BCF15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 rot="16200000">
                      <a:off x="9624688" y="3886200"/>
                      <a:ext cx="457200" cy="457200"/>
                    </a:xfrm>
                    <a:prstGeom prst="rect">
                      <a:avLst/>
                    </a:prstGeom>
                    <a:solidFill>
                      <a:srgbClr val="00B050"/>
                    </a:solidFill>
                    <a:ln w="25400">
                      <a:solidFill>
                        <a:schemeClr val="accent6">
                          <a:lumMod val="40000"/>
                          <a:lumOff val="6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vert="vert" rtlCol="0" anchor="ctr"/>
                    <a:lstStyle/>
                    <a:p>
                      <a:pPr algn="ctr"/>
                      <a:r>
                        <a:rPr lang="en-US" sz="1400" dirty="0"/>
                        <a:t>42</a:t>
                      </a:r>
                    </a:p>
                  </p:txBody>
                </p:sp>
                <p:sp>
                  <p:nvSpPr>
                    <p:cNvPr id="177" name="Rectangle 176">
                      <a:extLst>
                        <a:ext uri="{FF2B5EF4-FFF2-40B4-BE49-F238E27FC236}">
                          <a16:creationId xmlns:a16="http://schemas.microsoft.com/office/drawing/2014/main" id="{C3CC821A-654D-47AC-8936-1E82534D76F6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 rot="16200000">
                      <a:off x="10081888" y="3886200"/>
                      <a:ext cx="457200" cy="457200"/>
                    </a:xfrm>
                    <a:prstGeom prst="rect">
                      <a:avLst/>
                    </a:prstGeom>
                    <a:solidFill>
                      <a:srgbClr val="00B050"/>
                    </a:solidFill>
                    <a:ln w="25400">
                      <a:solidFill>
                        <a:schemeClr val="accent6">
                          <a:lumMod val="40000"/>
                          <a:lumOff val="6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vert="vert" rtlCol="0" anchor="ctr"/>
                    <a:lstStyle/>
                    <a:p>
                      <a:pPr algn="ctr"/>
                      <a:r>
                        <a:rPr lang="en-US" sz="1400" dirty="0"/>
                        <a:t>50</a:t>
                      </a:r>
                    </a:p>
                  </p:txBody>
                </p:sp>
                <p:sp>
                  <p:nvSpPr>
                    <p:cNvPr id="178" name="Rectangle 177">
                      <a:extLst>
                        <a:ext uri="{FF2B5EF4-FFF2-40B4-BE49-F238E27FC236}">
                          <a16:creationId xmlns:a16="http://schemas.microsoft.com/office/drawing/2014/main" id="{B811DE0B-95CD-47D8-8871-B2ACFE1DA7E6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 rot="16200000">
                      <a:off x="10539088" y="3886200"/>
                      <a:ext cx="457200" cy="457200"/>
                    </a:xfrm>
                    <a:prstGeom prst="rect">
                      <a:avLst/>
                    </a:prstGeom>
                    <a:solidFill>
                      <a:srgbClr val="00B050"/>
                    </a:solidFill>
                    <a:ln w="25400">
                      <a:solidFill>
                        <a:schemeClr val="accent6">
                          <a:lumMod val="40000"/>
                          <a:lumOff val="6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vert="vert" rtlCol="0" anchor="ctr"/>
                    <a:lstStyle/>
                    <a:p>
                      <a:pPr algn="ctr"/>
                      <a:r>
                        <a:rPr lang="en-US" sz="1400" dirty="0"/>
                        <a:t>58</a:t>
                      </a:r>
                    </a:p>
                  </p:txBody>
                </p:sp>
                <p:sp>
                  <p:nvSpPr>
                    <p:cNvPr id="179" name="Rectangle 178">
                      <a:extLst>
                        <a:ext uri="{FF2B5EF4-FFF2-40B4-BE49-F238E27FC236}">
                          <a16:creationId xmlns:a16="http://schemas.microsoft.com/office/drawing/2014/main" id="{736EE36A-DE9C-456F-9DB3-2D44E7B5D65D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 rot="16200000">
                      <a:off x="7338688" y="3429000"/>
                      <a:ext cx="457200" cy="457200"/>
                    </a:xfrm>
                    <a:prstGeom prst="rect">
                      <a:avLst/>
                    </a:prstGeom>
                    <a:solidFill>
                      <a:srgbClr val="00B050"/>
                    </a:solidFill>
                    <a:ln w="25400">
                      <a:solidFill>
                        <a:schemeClr val="accent6">
                          <a:lumMod val="40000"/>
                          <a:lumOff val="6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vert="vert" rtlCol="0" anchor="ctr"/>
                    <a:lstStyle/>
                    <a:p>
                      <a:pPr algn="ctr"/>
                      <a:r>
                        <a:rPr lang="en-US" sz="1400" dirty="0"/>
                        <a:t>3</a:t>
                      </a:r>
                    </a:p>
                  </p:txBody>
                </p:sp>
                <p:sp>
                  <p:nvSpPr>
                    <p:cNvPr id="180" name="Rectangle 179">
                      <a:extLst>
                        <a:ext uri="{FF2B5EF4-FFF2-40B4-BE49-F238E27FC236}">
                          <a16:creationId xmlns:a16="http://schemas.microsoft.com/office/drawing/2014/main" id="{D3C9B417-D4EF-4707-AF50-457B56044286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 rot="16200000">
                      <a:off x="7795888" y="3429000"/>
                      <a:ext cx="457200" cy="457200"/>
                    </a:xfrm>
                    <a:prstGeom prst="rect">
                      <a:avLst/>
                    </a:prstGeom>
                    <a:solidFill>
                      <a:srgbClr val="00B050"/>
                    </a:solidFill>
                    <a:ln w="25400">
                      <a:solidFill>
                        <a:schemeClr val="accent6">
                          <a:lumMod val="40000"/>
                          <a:lumOff val="6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vert="vert" rtlCol="0" anchor="ctr"/>
                    <a:lstStyle/>
                    <a:p>
                      <a:pPr algn="ctr"/>
                      <a:r>
                        <a:rPr lang="en-US" sz="1400" dirty="0"/>
                        <a:t>11</a:t>
                      </a:r>
                    </a:p>
                  </p:txBody>
                </p:sp>
                <p:sp>
                  <p:nvSpPr>
                    <p:cNvPr id="181" name="Rectangle 180">
                      <a:extLst>
                        <a:ext uri="{FF2B5EF4-FFF2-40B4-BE49-F238E27FC236}">
                          <a16:creationId xmlns:a16="http://schemas.microsoft.com/office/drawing/2014/main" id="{D9EC0426-018C-4503-80F2-F7254C7A0969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 rot="16200000">
                      <a:off x="8253088" y="3429000"/>
                      <a:ext cx="457200" cy="457200"/>
                    </a:xfrm>
                    <a:prstGeom prst="rect">
                      <a:avLst/>
                    </a:prstGeom>
                    <a:solidFill>
                      <a:srgbClr val="FFC000"/>
                    </a:solidFill>
                    <a:ln w="25400">
                      <a:solidFill>
                        <a:schemeClr val="accent6">
                          <a:lumMod val="40000"/>
                          <a:lumOff val="6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vert="vert"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19</a:t>
                      </a:r>
                    </a:p>
                  </p:txBody>
                </p:sp>
                <p:sp>
                  <p:nvSpPr>
                    <p:cNvPr id="182" name="Rectangle 181">
                      <a:extLst>
                        <a:ext uri="{FF2B5EF4-FFF2-40B4-BE49-F238E27FC236}">
                          <a16:creationId xmlns:a16="http://schemas.microsoft.com/office/drawing/2014/main" id="{95DC6703-AE2A-4048-98FA-4172CF9C44D4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 rot="16200000">
                      <a:off x="8710288" y="3429000"/>
                      <a:ext cx="457200" cy="457200"/>
                    </a:xfrm>
                    <a:prstGeom prst="rect">
                      <a:avLst/>
                    </a:prstGeom>
                    <a:solidFill>
                      <a:srgbClr val="FFC000"/>
                    </a:solidFill>
                    <a:ln w="25400">
                      <a:solidFill>
                        <a:schemeClr val="accent6">
                          <a:lumMod val="40000"/>
                          <a:lumOff val="6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vert="vert"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27</a:t>
                      </a:r>
                    </a:p>
                  </p:txBody>
                </p:sp>
                <p:sp>
                  <p:nvSpPr>
                    <p:cNvPr id="183" name="Rectangle 182">
                      <a:extLst>
                        <a:ext uri="{FF2B5EF4-FFF2-40B4-BE49-F238E27FC236}">
                          <a16:creationId xmlns:a16="http://schemas.microsoft.com/office/drawing/2014/main" id="{6495F12A-D1F2-4AFA-A16D-72D8A74FFC7F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 rot="16200000">
                      <a:off x="9167488" y="3429000"/>
                      <a:ext cx="457200" cy="457200"/>
                    </a:xfrm>
                    <a:prstGeom prst="rect">
                      <a:avLst/>
                    </a:prstGeom>
                    <a:solidFill>
                      <a:srgbClr val="FFC000"/>
                    </a:solidFill>
                    <a:ln w="25400">
                      <a:solidFill>
                        <a:schemeClr val="accent6">
                          <a:lumMod val="40000"/>
                          <a:lumOff val="6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vert="vert"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35</a:t>
                      </a:r>
                    </a:p>
                  </p:txBody>
                </p:sp>
                <p:sp>
                  <p:nvSpPr>
                    <p:cNvPr id="184" name="Rectangle 183">
                      <a:extLst>
                        <a:ext uri="{FF2B5EF4-FFF2-40B4-BE49-F238E27FC236}">
                          <a16:creationId xmlns:a16="http://schemas.microsoft.com/office/drawing/2014/main" id="{E87D287F-A498-4082-A205-A89B51B36E1B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 rot="16200000">
                      <a:off x="9624688" y="3429000"/>
                      <a:ext cx="457200" cy="457200"/>
                    </a:xfrm>
                    <a:prstGeom prst="rect">
                      <a:avLst/>
                    </a:prstGeom>
                    <a:solidFill>
                      <a:srgbClr val="FFC000"/>
                    </a:solidFill>
                    <a:ln w="25400">
                      <a:solidFill>
                        <a:schemeClr val="accent6">
                          <a:lumMod val="40000"/>
                          <a:lumOff val="6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vert="vert"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43</a:t>
                      </a:r>
                    </a:p>
                  </p:txBody>
                </p:sp>
                <p:sp>
                  <p:nvSpPr>
                    <p:cNvPr id="185" name="Rectangle 184">
                      <a:extLst>
                        <a:ext uri="{FF2B5EF4-FFF2-40B4-BE49-F238E27FC236}">
                          <a16:creationId xmlns:a16="http://schemas.microsoft.com/office/drawing/2014/main" id="{C7B9BEB0-82E7-497D-BB28-7A7AF688408B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 rot="16200000">
                      <a:off x="10081888" y="3429000"/>
                      <a:ext cx="457200" cy="457200"/>
                    </a:xfrm>
                    <a:prstGeom prst="rect">
                      <a:avLst/>
                    </a:prstGeom>
                    <a:solidFill>
                      <a:srgbClr val="FFC000"/>
                    </a:solidFill>
                    <a:ln w="25400">
                      <a:solidFill>
                        <a:schemeClr val="accent6">
                          <a:lumMod val="40000"/>
                          <a:lumOff val="6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vert="vert"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51</a:t>
                      </a:r>
                    </a:p>
                  </p:txBody>
                </p:sp>
                <p:sp>
                  <p:nvSpPr>
                    <p:cNvPr id="186" name="Rectangle 185">
                      <a:extLst>
                        <a:ext uri="{FF2B5EF4-FFF2-40B4-BE49-F238E27FC236}">
                          <a16:creationId xmlns:a16="http://schemas.microsoft.com/office/drawing/2014/main" id="{8770F80A-DC57-48F8-B6B1-9DD09AE9563B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 rot="16200000">
                      <a:off x="10539088" y="3429000"/>
                      <a:ext cx="457200" cy="457200"/>
                    </a:xfrm>
                    <a:prstGeom prst="rect">
                      <a:avLst/>
                    </a:prstGeom>
                    <a:solidFill>
                      <a:srgbClr val="FFC000"/>
                    </a:solidFill>
                    <a:ln w="25400">
                      <a:solidFill>
                        <a:schemeClr val="accent6">
                          <a:lumMod val="40000"/>
                          <a:lumOff val="6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vert="vert"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59</a:t>
                      </a:r>
                    </a:p>
                  </p:txBody>
                </p:sp>
                <p:sp>
                  <p:nvSpPr>
                    <p:cNvPr id="187" name="Rectangle 186">
                      <a:extLst>
                        <a:ext uri="{FF2B5EF4-FFF2-40B4-BE49-F238E27FC236}">
                          <a16:creationId xmlns:a16="http://schemas.microsoft.com/office/drawing/2014/main" id="{8C55304D-5682-4102-8D90-EE454BE11368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 rot="16200000">
                      <a:off x="7338688" y="2971800"/>
                      <a:ext cx="457200" cy="457200"/>
                    </a:xfrm>
                    <a:prstGeom prst="rect">
                      <a:avLst/>
                    </a:prstGeom>
                    <a:solidFill>
                      <a:srgbClr val="00B050"/>
                    </a:solidFill>
                    <a:ln w="25400">
                      <a:solidFill>
                        <a:schemeClr val="accent6">
                          <a:lumMod val="40000"/>
                          <a:lumOff val="6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vert="vert" rtlCol="0" anchor="ctr"/>
                    <a:lstStyle/>
                    <a:p>
                      <a:pPr algn="ctr"/>
                      <a:r>
                        <a:rPr lang="en-US" sz="1400" dirty="0"/>
                        <a:t>4</a:t>
                      </a:r>
                    </a:p>
                  </p:txBody>
                </p:sp>
                <p:sp>
                  <p:nvSpPr>
                    <p:cNvPr id="188" name="Rectangle 187">
                      <a:extLst>
                        <a:ext uri="{FF2B5EF4-FFF2-40B4-BE49-F238E27FC236}">
                          <a16:creationId xmlns:a16="http://schemas.microsoft.com/office/drawing/2014/main" id="{486CB67E-9B8D-432D-B9DF-6C6D5069E3C0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 rot="16200000">
                      <a:off x="7795888" y="2971800"/>
                      <a:ext cx="457200" cy="457200"/>
                    </a:xfrm>
                    <a:prstGeom prst="rect">
                      <a:avLst/>
                    </a:prstGeom>
                    <a:solidFill>
                      <a:srgbClr val="00B050"/>
                    </a:solidFill>
                    <a:ln w="25400">
                      <a:solidFill>
                        <a:schemeClr val="accent6">
                          <a:lumMod val="40000"/>
                          <a:lumOff val="6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vert="vert" rtlCol="0" anchor="ctr"/>
                    <a:lstStyle/>
                    <a:p>
                      <a:pPr algn="ctr"/>
                      <a:r>
                        <a:rPr lang="en-US" sz="1400" dirty="0"/>
                        <a:t>12</a:t>
                      </a:r>
                    </a:p>
                  </p:txBody>
                </p:sp>
                <p:sp>
                  <p:nvSpPr>
                    <p:cNvPr id="189" name="Rectangle 188">
                      <a:extLst>
                        <a:ext uri="{FF2B5EF4-FFF2-40B4-BE49-F238E27FC236}">
                          <a16:creationId xmlns:a16="http://schemas.microsoft.com/office/drawing/2014/main" id="{7F5494B3-C028-4CCE-AF61-99357FEA729A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 rot="16200000">
                      <a:off x="8253088" y="2971800"/>
                      <a:ext cx="457200" cy="457200"/>
                    </a:xfrm>
                    <a:prstGeom prst="rect">
                      <a:avLst/>
                    </a:prstGeom>
                    <a:solidFill>
                      <a:srgbClr val="00B050"/>
                    </a:solidFill>
                    <a:ln w="25400">
                      <a:solidFill>
                        <a:schemeClr val="accent6">
                          <a:lumMod val="40000"/>
                          <a:lumOff val="6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vert="vert" rtlCol="0" anchor="ctr"/>
                    <a:lstStyle/>
                    <a:p>
                      <a:pPr algn="ctr"/>
                      <a:r>
                        <a:rPr lang="en-US" sz="1400" dirty="0"/>
                        <a:t>20</a:t>
                      </a:r>
                    </a:p>
                  </p:txBody>
                </p:sp>
                <p:sp>
                  <p:nvSpPr>
                    <p:cNvPr id="190" name="Rectangle 189">
                      <a:extLst>
                        <a:ext uri="{FF2B5EF4-FFF2-40B4-BE49-F238E27FC236}">
                          <a16:creationId xmlns:a16="http://schemas.microsoft.com/office/drawing/2014/main" id="{EDD3E9D5-DAC4-4F08-9994-14A4972A1B60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 rot="16200000">
                      <a:off x="8710288" y="2971800"/>
                      <a:ext cx="457200" cy="457200"/>
                    </a:xfrm>
                    <a:prstGeom prst="rect">
                      <a:avLst/>
                    </a:prstGeom>
                    <a:solidFill>
                      <a:srgbClr val="FFC000"/>
                    </a:solidFill>
                    <a:ln w="25400">
                      <a:solidFill>
                        <a:schemeClr val="accent6">
                          <a:lumMod val="40000"/>
                          <a:lumOff val="6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vert="vert"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28</a:t>
                      </a:r>
                    </a:p>
                  </p:txBody>
                </p:sp>
                <p:sp>
                  <p:nvSpPr>
                    <p:cNvPr id="191" name="Rectangle 190">
                      <a:extLst>
                        <a:ext uri="{FF2B5EF4-FFF2-40B4-BE49-F238E27FC236}">
                          <a16:creationId xmlns:a16="http://schemas.microsoft.com/office/drawing/2014/main" id="{325688FE-8A83-442B-82E3-87ADC538C518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 rot="16200000">
                      <a:off x="9167488" y="2971800"/>
                      <a:ext cx="457200" cy="457200"/>
                    </a:xfrm>
                    <a:prstGeom prst="rect">
                      <a:avLst/>
                    </a:prstGeom>
                    <a:solidFill>
                      <a:srgbClr val="FFC000"/>
                    </a:solidFill>
                    <a:ln w="25400">
                      <a:solidFill>
                        <a:schemeClr val="accent6">
                          <a:lumMod val="40000"/>
                          <a:lumOff val="6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vert="vert"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36</a:t>
                      </a:r>
                    </a:p>
                  </p:txBody>
                </p:sp>
                <p:sp>
                  <p:nvSpPr>
                    <p:cNvPr id="192" name="Rectangle 191">
                      <a:extLst>
                        <a:ext uri="{FF2B5EF4-FFF2-40B4-BE49-F238E27FC236}">
                          <a16:creationId xmlns:a16="http://schemas.microsoft.com/office/drawing/2014/main" id="{F293AA65-4D8F-4F6E-8433-8F9272989D83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 rot="16200000">
                      <a:off x="9624688" y="2971800"/>
                      <a:ext cx="457200" cy="457200"/>
                    </a:xfrm>
                    <a:prstGeom prst="rect">
                      <a:avLst/>
                    </a:prstGeom>
                    <a:solidFill>
                      <a:srgbClr val="FFC000"/>
                    </a:solidFill>
                    <a:ln w="25400">
                      <a:solidFill>
                        <a:schemeClr val="accent6">
                          <a:lumMod val="40000"/>
                          <a:lumOff val="6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vert="vert"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44</a:t>
                      </a:r>
                    </a:p>
                  </p:txBody>
                </p:sp>
                <p:sp>
                  <p:nvSpPr>
                    <p:cNvPr id="193" name="Rectangle 192">
                      <a:extLst>
                        <a:ext uri="{FF2B5EF4-FFF2-40B4-BE49-F238E27FC236}">
                          <a16:creationId xmlns:a16="http://schemas.microsoft.com/office/drawing/2014/main" id="{BBD999E7-1F70-4CA6-8E14-25AB065CC969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 rot="16200000">
                      <a:off x="10081888" y="2971800"/>
                      <a:ext cx="457200" cy="457200"/>
                    </a:xfrm>
                    <a:prstGeom prst="rect">
                      <a:avLst/>
                    </a:prstGeom>
                    <a:solidFill>
                      <a:srgbClr val="FFC000"/>
                    </a:solidFill>
                    <a:ln w="25400">
                      <a:solidFill>
                        <a:schemeClr val="accent6">
                          <a:lumMod val="40000"/>
                          <a:lumOff val="6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vert="vert"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52</a:t>
                      </a:r>
                    </a:p>
                  </p:txBody>
                </p:sp>
                <p:sp>
                  <p:nvSpPr>
                    <p:cNvPr id="194" name="Rectangle 193">
                      <a:extLst>
                        <a:ext uri="{FF2B5EF4-FFF2-40B4-BE49-F238E27FC236}">
                          <a16:creationId xmlns:a16="http://schemas.microsoft.com/office/drawing/2014/main" id="{C555E0BC-875A-43DC-B8EC-C93DD5108F50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 rot="16200000">
                      <a:off x="10539088" y="2971800"/>
                      <a:ext cx="457200" cy="457200"/>
                    </a:xfrm>
                    <a:prstGeom prst="rect">
                      <a:avLst/>
                    </a:prstGeom>
                    <a:solidFill>
                      <a:srgbClr val="FFC000"/>
                    </a:solidFill>
                    <a:ln w="25400">
                      <a:solidFill>
                        <a:schemeClr val="accent6">
                          <a:lumMod val="40000"/>
                          <a:lumOff val="6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vert="vert"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60</a:t>
                      </a:r>
                    </a:p>
                  </p:txBody>
                </p:sp>
                <p:sp>
                  <p:nvSpPr>
                    <p:cNvPr id="195" name="Rectangle 194">
                      <a:extLst>
                        <a:ext uri="{FF2B5EF4-FFF2-40B4-BE49-F238E27FC236}">
                          <a16:creationId xmlns:a16="http://schemas.microsoft.com/office/drawing/2014/main" id="{61534C83-09A8-4258-BFC1-BBB843B8C415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 rot="16200000">
                      <a:off x="7338688" y="2514600"/>
                      <a:ext cx="457200" cy="457200"/>
                    </a:xfrm>
                    <a:prstGeom prst="rect">
                      <a:avLst/>
                    </a:prstGeom>
                    <a:solidFill>
                      <a:srgbClr val="00B050"/>
                    </a:solidFill>
                    <a:ln w="25400">
                      <a:solidFill>
                        <a:schemeClr val="accent6">
                          <a:lumMod val="40000"/>
                          <a:lumOff val="6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vert="vert" rtlCol="0" anchor="ctr"/>
                    <a:lstStyle/>
                    <a:p>
                      <a:pPr algn="ctr"/>
                      <a:r>
                        <a:rPr lang="en-US" sz="1400" dirty="0"/>
                        <a:t>5</a:t>
                      </a:r>
                    </a:p>
                  </p:txBody>
                </p:sp>
                <p:sp>
                  <p:nvSpPr>
                    <p:cNvPr id="196" name="Rectangle 195">
                      <a:extLst>
                        <a:ext uri="{FF2B5EF4-FFF2-40B4-BE49-F238E27FC236}">
                          <a16:creationId xmlns:a16="http://schemas.microsoft.com/office/drawing/2014/main" id="{80982041-898A-46AB-BAF2-8B0555B0FD07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 rot="16200000">
                      <a:off x="7795888" y="2514600"/>
                      <a:ext cx="457200" cy="457200"/>
                    </a:xfrm>
                    <a:prstGeom prst="rect">
                      <a:avLst/>
                    </a:prstGeom>
                    <a:solidFill>
                      <a:srgbClr val="00B050"/>
                    </a:solidFill>
                    <a:ln w="25400">
                      <a:solidFill>
                        <a:schemeClr val="accent6">
                          <a:lumMod val="40000"/>
                          <a:lumOff val="6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vert="vert" rtlCol="0" anchor="ctr"/>
                    <a:lstStyle/>
                    <a:p>
                      <a:pPr algn="ctr"/>
                      <a:r>
                        <a:rPr lang="en-US" sz="1400" dirty="0"/>
                        <a:t>13</a:t>
                      </a:r>
                    </a:p>
                  </p:txBody>
                </p:sp>
                <p:sp>
                  <p:nvSpPr>
                    <p:cNvPr id="197" name="Rectangle 196">
                      <a:extLst>
                        <a:ext uri="{FF2B5EF4-FFF2-40B4-BE49-F238E27FC236}">
                          <a16:creationId xmlns:a16="http://schemas.microsoft.com/office/drawing/2014/main" id="{F227DC62-6E93-408A-875D-231F97C428CC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 rot="16200000">
                      <a:off x="8253088" y="2514600"/>
                      <a:ext cx="457200" cy="457200"/>
                    </a:xfrm>
                    <a:prstGeom prst="rect">
                      <a:avLst/>
                    </a:prstGeom>
                    <a:solidFill>
                      <a:srgbClr val="00B050"/>
                    </a:solidFill>
                    <a:ln w="25400">
                      <a:solidFill>
                        <a:schemeClr val="accent6">
                          <a:lumMod val="40000"/>
                          <a:lumOff val="6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vert="vert" rtlCol="0" anchor="ctr"/>
                    <a:lstStyle/>
                    <a:p>
                      <a:pPr algn="ctr"/>
                      <a:r>
                        <a:rPr lang="en-US" sz="1400" dirty="0"/>
                        <a:t>21</a:t>
                      </a:r>
                    </a:p>
                  </p:txBody>
                </p:sp>
                <p:sp>
                  <p:nvSpPr>
                    <p:cNvPr id="198" name="Rectangle 197">
                      <a:extLst>
                        <a:ext uri="{FF2B5EF4-FFF2-40B4-BE49-F238E27FC236}">
                          <a16:creationId xmlns:a16="http://schemas.microsoft.com/office/drawing/2014/main" id="{6BF27023-7590-4106-A503-9E78FA103FAC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 rot="16200000">
                      <a:off x="8710288" y="2514600"/>
                      <a:ext cx="457200" cy="457200"/>
                    </a:xfrm>
                    <a:prstGeom prst="rect">
                      <a:avLst/>
                    </a:prstGeom>
                    <a:solidFill>
                      <a:srgbClr val="00B050"/>
                    </a:solidFill>
                    <a:ln w="25400">
                      <a:solidFill>
                        <a:schemeClr val="accent6">
                          <a:lumMod val="40000"/>
                          <a:lumOff val="6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vert="vert" rtlCol="0" anchor="ctr"/>
                    <a:lstStyle/>
                    <a:p>
                      <a:pPr algn="ctr"/>
                      <a:r>
                        <a:rPr lang="en-US" sz="1400" dirty="0"/>
                        <a:t>29</a:t>
                      </a:r>
                    </a:p>
                  </p:txBody>
                </p:sp>
                <p:sp>
                  <p:nvSpPr>
                    <p:cNvPr id="199" name="Rectangle 198">
                      <a:extLst>
                        <a:ext uri="{FF2B5EF4-FFF2-40B4-BE49-F238E27FC236}">
                          <a16:creationId xmlns:a16="http://schemas.microsoft.com/office/drawing/2014/main" id="{A1077354-C888-4904-BC9A-A59E0CEF8A3F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 rot="16200000">
                      <a:off x="9167488" y="2514600"/>
                      <a:ext cx="457200" cy="457200"/>
                    </a:xfrm>
                    <a:prstGeom prst="rect">
                      <a:avLst/>
                    </a:prstGeom>
                    <a:solidFill>
                      <a:srgbClr val="FFC000"/>
                    </a:solidFill>
                    <a:ln w="25400">
                      <a:solidFill>
                        <a:schemeClr val="accent6">
                          <a:lumMod val="40000"/>
                          <a:lumOff val="6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vert="vert"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37</a:t>
                      </a:r>
                    </a:p>
                  </p:txBody>
                </p:sp>
                <p:sp>
                  <p:nvSpPr>
                    <p:cNvPr id="200" name="Rectangle 199">
                      <a:extLst>
                        <a:ext uri="{FF2B5EF4-FFF2-40B4-BE49-F238E27FC236}">
                          <a16:creationId xmlns:a16="http://schemas.microsoft.com/office/drawing/2014/main" id="{4AFE4ABD-474F-47D6-BD96-2B2662F048D1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 rot="16200000">
                      <a:off x="9624688" y="2514600"/>
                      <a:ext cx="457200" cy="457200"/>
                    </a:xfrm>
                    <a:prstGeom prst="rect">
                      <a:avLst/>
                    </a:prstGeom>
                    <a:solidFill>
                      <a:srgbClr val="FFC000"/>
                    </a:solidFill>
                    <a:ln w="25400">
                      <a:solidFill>
                        <a:schemeClr val="accent6">
                          <a:lumMod val="40000"/>
                          <a:lumOff val="6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vert="vert"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45</a:t>
                      </a:r>
                    </a:p>
                  </p:txBody>
                </p:sp>
                <p:sp>
                  <p:nvSpPr>
                    <p:cNvPr id="201" name="Rectangle 200">
                      <a:extLst>
                        <a:ext uri="{FF2B5EF4-FFF2-40B4-BE49-F238E27FC236}">
                          <a16:creationId xmlns:a16="http://schemas.microsoft.com/office/drawing/2014/main" id="{61B87B0E-9221-4ED1-8596-16B057FB20CF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 rot="16200000">
                      <a:off x="10081888" y="2514600"/>
                      <a:ext cx="457200" cy="457200"/>
                    </a:xfrm>
                    <a:prstGeom prst="rect">
                      <a:avLst/>
                    </a:prstGeom>
                    <a:solidFill>
                      <a:srgbClr val="FFC000"/>
                    </a:solidFill>
                    <a:ln w="25400">
                      <a:solidFill>
                        <a:schemeClr val="accent6">
                          <a:lumMod val="40000"/>
                          <a:lumOff val="6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vert="vert"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53</a:t>
                      </a:r>
                    </a:p>
                  </p:txBody>
                </p:sp>
                <p:sp>
                  <p:nvSpPr>
                    <p:cNvPr id="202" name="Rectangle 201">
                      <a:extLst>
                        <a:ext uri="{FF2B5EF4-FFF2-40B4-BE49-F238E27FC236}">
                          <a16:creationId xmlns:a16="http://schemas.microsoft.com/office/drawing/2014/main" id="{09BB0834-86A3-4CE7-9F6D-2DB45C16133D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 rot="16200000">
                      <a:off x="10539088" y="2514600"/>
                      <a:ext cx="457200" cy="457200"/>
                    </a:xfrm>
                    <a:prstGeom prst="rect">
                      <a:avLst/>
                    </a:prstGeom>
                    <a:solidFill>
                      <a:srgbClr val="00B050"/>
                    </a:solidFill>
                    <a:ln w="25400">
                      <a:solidFill>
                        <a:schemeClr val="accent6">
                          <a:lumMod val="40000"/>
                          <a:lumOff val="6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vert="vert" rtlCol="0" anchor="ctr"/>
                    <a:lstStyle/>
                    <a:p>
                      <a:pPr algn="ctr"/>
                      <a:r>
                        <a:rPr lang="en-US" sz="1400" dirty="0"/>
                        <a:t>61</a:t>
                      </a:r>
                    </a:p>
                  </p:txBody>
                </p:sp>
                <p:sp>
                  <p:nvSpPr>
                    <p:cNvPr id="203" name="Rectangle 202">
                      <a:extLst>
                        <a:ext uri="{FF2B5EF4-FFF2-40B4-BE49-F238E27FC236}">
                          <a16:creationId xmlns:a16="http://schemas.microsoft.com/office/drawing/2014/main" id="{32D6596F-5BF9-43E7-9D98-E88CDA1D1CD5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 rot="16200000">
                      <a:off x="7338688" y="2057400"/>
                      <a:ext cx="457200" cy="457200"/>
                    </a:xfrm>
                    <a:prstGeom prst="rect">
                      <a:avLst/>
                    </a:prstGeom>
                    <a:solidFill>
                      <a:srgbClr val="00B050"/>
                    </a:solidFill>
                    <a:ln w="25400">
                      <a:solidFill>
                        <a:schemeClr val="accent6">
                          <a:lumMod val="40000"/>
                          <a:lumOff val="6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vert="vert" rtlCol="0" anchor="ctr"/>
                    <a:lstStyle/>
                    <a:p>
                      <a:pPr algn="ctr"/>
                      <a:r>
                        <a:rPr lang="en-US" sz="1400" dirty="0"/>
                        <a:t>6</a:t>
                      </a:r>
                    </a:p>
                  </p:txBody>
                </p:sp>
                <p:sp>
                  <p:nvSpPr>
                    <p:cNvPr id="204" name="Rectangle 203">
                      <a:extLst>
                        <a:ext uri="{FF2B5EF4-FFF2-40B4-BE49-F238E27FC236}">
                          <a16:creationId xmlns:a16="http://schemas.microsoft.com/office/drawing/2014/main" id="{327323F2-8BC3-444A-8D09-8D47513683A6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 rot="16200000">
                      <a:off x="7795888" y="2057400"/>
                      <a:ext cx="457200" cy="457200"/>
                    </a:xfrm>
                    <a:prstGeom prst="rect">
                      <a:avLst/>
                    </a:prstGeom>
                    <a:solidFill>
                      <a:srgbClr val="00B050"/>
                    </a:solidFill>
                    <a:ln w="25400">
                      <a:solidFill>
                        <a:schemeClr val="accent6">
                          <a:lumMod val="40000"/>
                          <a:lumOff val="6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vert="vert" rtlCol="0" anchor="ctr"/>
                    <a:lstStyle/>
                    <a:p>
                      <a:pPr algn="ctr"/>
                      <a:r>
                        <a:rPr lang="en-US" sz="1400" dirty="0"/>
                        <a:t>14</a:t>
                      </a:r>
                    </a:p>
                  </p:txBody>
                </p:sp>
                <p:sp>
                  <p:nvSpPr>
                    <p:cNvPr id="205" name="Rectangle 204">
                      <a:extLst>
                        <a:ext uri="{FF2B5EF4-FFF2-40B4-BE49-F238E27FC236}">
                          <a16:creationId xmlns:a16="http://schemas.microsoft.com/office/drawing/2014/main" id="{9268199B-7CC7-4EBA-B042-C27AD2CEE6C4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 rot="16200000">
                      <a:off x="8253088" y="2057400"/>
                      <a:ext cx="457200" cy="457200"/>
                    </a:xfrm>
                    <a:prstGeom prst="rect">
                      <a:avLst/>
                    </a:prstGeom>
                    <a:solidFill>
                      <a:srgbClr val="00B050"/>
                    </a:solidFill>
                    <a:ln w="25400">
                      <a:solidFill>
                        <a:schemeClr val="accent6">
                          <a:lumMod val="40000"/>
                          <a:lumOff val="6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vert="vert" rtlCol="0" anchor="ctr"/>
                    <a:lstStyle/>
                    <a:p>
                      <a:pPr algn="ctr"/>
                      <a:r>
                        <a:rPr lang="en-US" sz="1400" dirty="0"/>
                        <a:t>22</a:t>
                      </a:r>
                    </a:p>
                  </p:txBody>
                </p:sp>
                <p:sp>
                  <p:nvSpPr>
                    <p:cNvPr id="206" name="Rectangle 205">
                      <a:extLst>
                        <a:ext uri="{FF2B5EF4-FFF2-40B4-BE49-F238E27FC236}">
                          <a16:creationId xmlns:a16="http://schemas.microsoft.com/office/drawing/2014/main" id="{FFAA1EBA-2146-4D87-B82A-EF50CBCC29AB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 rot="16200000">
                      <a:off x="8710288" y="2057400"/>
                      <a:ext cx="457200" cy="457200"/>
                    </a:xfrm>
                    <a:prstGeom prst="rect">
                      <a:avLst/>
                    </a:prstGeom>
                    <a:solidFill>
                      <a:srgbClr val="00B050"/>
                    </a:solidFill>
                    <a:ln w="25400">
                      <a:solidFill>
                        <a:schemeClr val="accent6">
                          <a:lumMod val="40000"/>
                          <a:lumOff val="6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vert="vert" rtlCol="0" anchor="ctr"/>
                    <a:lstStyle/>
                    <a:p>
                      <a:pPr algn="ctr"/>
                      <a:r>
                        <a:rPr lang="en-US" sz="1400" dirty="0"/>
                        <a:t>30</a:t>
                      </a:r>
                    </a:p>
                  </p:txBody>
                </p:sp>
                <p:sp>
                  <p:nvSpPr>
                    <p:cNvPr id="207" name="Rectangle 206">
                      <a:extLst>
                        <a:ext uri="{FF2B5EF4-FFF2-40B4-BE49-F238E27FC236}">
                          <a16:creationId xmlns:a16="http://schemas.microsoft.com/office/drawing/2014/main" id="{CAB78CE9-C37C-4130-81A1-A71CEB23B4E6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 rot="16200000">
                      <a:off x="9167488" y="2057400"/>
                      <a:ext cx="457200" cy="457200"/>
                    </a:xfrm>
                    <a:prstGeom prst="rect">
                      <a:avLst/>
                    </a:prstGeom>
                    <a:solidFill>
                      <a:srgbClr val="00B050"/>
                    </a:solidFill>
                    <a:ln w="25400">
                      <a:solidFill>
                        <a:schemeClr val="accent6">
                          <a:lumMod val="40000"/>
                          <a:lumOff val="6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vert="vert" rtlCol="0" anchor="ctr"/>
                    <a:lstStyle/>
                    <a:p>
                      <a:pPr algn="ctr"/>
                      <a:r>
                        <a:rPr lang="en-US" sz="1400" dirty="0"/>
                        <a:t>38</a:t>
                      </a:r>
                    </a:p>
                  </p:txBody>
                </p:sp>
                <p:sp>
                  <p:nvSpPr>
                    <p:cNvPr id="208" name="Rectangle 207">
                      <a:extLst>
                        <a:ext uri="{FF2B5EF4-FFF2-40B4-BE49-F238E27FC236}">
                          <a16:creationId xmlns:a16="http://schemas.microsoft.com/office/drawing/2014/main" id="{0AA05F70-0FDA-43D9-9A84-7CAFD6E8E30F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 rot="16200000">
                      <a:off x="9624688" y="2057400"/>
                      <a:ext cx="457200" cy="457200"/>
                    </a:xfrm>
                    <a:prstGeom prst="rect">
                      <a:avLst/>
                    </a:prstGeom>
                    <a:solidFill>
                      <a:srgbClr val="FFC000"/>
                    </a:solidFill>
                    <a:ln w="25400">
                      <a:solidFill>
                        <a:schemeClr val="accent6">
                          <a:lumMod val="40000"/>
                          <a:lumOff val="6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vert="vert"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46</a:t>
                      </a:r>
                    </a:p>
                  </p:txBody>
                </p:sp>
                <p:sp>
                  <p:nvSpPr>
                    <p:cNvPr id="209" name="Rectangle 208">
                      <a:extLst>
                        <a:ext uri="{FF2B5EF4-FFF2-40B4-BE49-F238E27FC236}">
                          <a16:creationId xmlns:a16="http://schemas.microsoft.com/office/drawing/2014/main" id="{C175A3F2-E0C4-48E7-AADA-517E40F55498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 rot="16200000">
                      <a:off x="10081888" y="2057400"/>
                      <a:ext cx="457200" cy="457200"/>
                    </a:xfrm>
                    <a:prstGeom prst="rect">
                      <a:avLst/>
                    </a:prstGeom>
                    <a:solidFill>
                      <a:srgbClr val="00B050"/>
                    </a:solidFill>
                    <a:ln w="25400">
                      <a:solidFill>
                        <a:schemeClr val="accent6">
                          <a:lumMod val="40000"/>
                          <a:lumOff val="6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vert="vert" rtlCol="0" anchor="ctr"/>
                    <a:lstStyle/>
                    <a:p>
                      <a:pPr algn="ctr"/>
                      <a:r>
                        <a:rPr lang="en-US" sz="1400" dirty="0"/>
                        <a:t>54</a:t>
                      </a:r>
                    </a:p>
                  </p:txBody>
                </p:sp>
                <p:sp>
                  <p:nvSpPr>
                    <p:cNvPr id="210" name="Rectangle 209">
                      <a:extLst>
                        <a:ext uri="{FF2B5EF4-FFF2-40B4-BE49-F238E27FC236}">
                          <a16:creationId xmlns:a16="http://schemas.microsoft.com/office/drawing/2014/main" id="{49B17CAB-DB04-44E6-89B8-40369882C98C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 rot="16200000">
                      <a:off x="10539088" y="2057400"/>
                      <a:ext cx="457200" cy="457200"/>
                    </a:xfrm>
                    <a:prstGeom prst="rect">
                      <a:avLst/>
                    </a:prstGeom>
                    <a:solidFill>
                      <a:srgbClr val="00B050"/>
                    </a:solidFill>
                    <a:ln w="25400">
                      <a:solidFill>
                        <a:schemeClr val="accent6">
                          <a:lumMod val="40000"/>
                          <a:lumOff val="6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vert="vert" rtlCol="0" anchor="ctr"/>
                    <a:lstStyle/>
                    <a:p>
                      <a:pPr algn="ctr"/>
                      <a:r>
                        <a:rPr lang="en-US" sz="1400" dirty="0"/>
                        <a:t>62</a:t>
                      </a:r>
                    </a:p>
                  </p:txBody>
                </p:sp>
                <p:sp>
                  <p:nvSpPr>
                    <p:cNvPr id="211" name="Rectangle 210">
                      <a:extLst>
                        <a:ext uri="{FF2B5EF4-FFF2-40B4-BE49-F238E27FC236}">
                          <a16:creationId xmlns:a16="http://schemas.microsoft.com/office/drawing/2014/main" id="{4D9F8FD8-A14E-4C1F-911B-EBA4BCA27101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 rot="16200000">
                      <a:off x="7338688" y="1600200"/>
                      <a:ext cx="457200" cy="457200"/>
                    </a:xfrm>
                    <a:prstGeom prst="rect">
                      <a:avLst/>
                    </a:prstGeom>
                    <a:solidFill>
                      <a:srgbClr val="00B050"/>
                    </a:solidFill>
                    <a:ln w="25400">
                      <a:solidFill>
                        <a:schemeClr val="accent6">
                          <a:lumMod val="40000"/>
                          <a:lumOff val="6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vert="vert" rtlCol="0" anchor="ctr"/>
                    <a:lstStyle/>
                    <a:p>
                      <a:pPr algn="ctr"/>
                      <a:r>
                        <a:rPr lang="en-US" sz="1400" dirty="0"/>
                        <a:t>7</a:t>
                      </a:r>
                    </a:p>
                  </p:txBody>
                </p:sp>
                <p:sp>
                  <p:nvSpPr>
                    <p:cNvPr id="212" name="Rectangle 211">
                      <a:extLst>
                        <a:ext uri="{FF2B5EF4-FFF2-40B4-BE49-F238E27FC236}">
                          <a16:creationId xmlns:a16="http://schemas.microsoft.com/office/drawing/2014/main" id="{DB17350C-21BF-4AF0-B4ED-12BDA3D19462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 rot="16200000">
                      <a:off x="7795888" y="1600200"/>
                      <a:ext cx="457200" cy="457200"/>
                    </a:xfrm>
                    <a:prstGeom prst="rect">
                      <a:avLst/>
                    </a:prstGeom>
                    <a:solidFill>
                      <a:srgbClr val="00B050"/>
                    </a:solidFill>
                    <a:ln w="25400">
                      <a:solidFill>
                        <a:schemeClr val="accent6">
                          <a:lumMod val="40000"/>
                          <a:lumOff val="6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vert="vert" rtlCol="0" anchor="ctr"/>
                    <a:lstStyle/>
                    <a:p>
                      <a:pPr algn="ctr"/>
                      <a:r>
                        <a:rPr lang="en-US" sz="1400" dirty="0"/>
                        <a:t>15</a:t>
                      </a:r>
                    </a:p>
                  </p:txBody>
                </p:sp>
                <p:sp>
                  <p:nvSpPr>
                    <p:cNvPr id="213" name="Rectangle 212">
                      <a:extLst>
                        <a:ext uri="{FF2B5EF4-FFF2-40B4-BE49-F238E27FC236}">
                          <a16:creationId xmlns:a16="http://schemas.microsoft.com/office/drawing/2014/main" id="{D0E85732-1F6B-44B4-B764-7D63A8281706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 rot="16200000">
                      <a:off x="8253088" y="1600200"/>
                      <a:ext cx="457200" cy="457200"/>
                    </a:xfrm>
                    <a:prstGeom prst="rect">
                      <a:avLst/>
                    </a:prstGeom>
                    <a:solidFill>
                      <a:srgbClr val="00B050"/>
                    </a:solidFill>
                    <a:ln w="25400">
                      <a:solidFill>
                        <a:schemeClr val="accent6">
                          <a:lumMod val="40000"/>
                          <a:lumOff val="6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vert="vert" rtlCol="0" anchor="ctr"/>
                    <a:lstStyle/>
                    <a:p>
                      <a:pPr algn="ctr"/>
                      <a:r>
                        <a:rPr lang="en-US" sz="1400" dirty="0"/>
                        <a:t>23</a:t>
                      </a:r>
                    </a:p>
                  </p:txBody>
                </p:sp>
                <p:sp>
                  <p:nvSpPr>
                    <p:cNvPr id="214" name="Rectangle 213">
                      <a:extLst>
                        <a:ext uri="{FF2B5EF4-FFF2-40B4-BE49-F238E27FC236}">
                          <a16:creationId xmlns:a16="http://schemas.microsoft.com/office/drawing/2014/main" id="{933BEA23-3130-469B-92D0-027F63D0ED15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 rot="16200000">
                      <a:off x="8710288" y="1600200"/>
                      <a:ext cx="457200" cy="457200"/>
                    </a:xfrm>
                    <a:prstGeom prst="rect">
                      <a:avLst/>
                    </a:prstGeom>
                    <a:solidFill>
                      <a:srgbClr val="00B050"/>
                    </a:solidFill>
                    <a:ln w="25400">
                      <a:solidFill>
                        <a:schemeClr val="accent6">
                          <a:lumMod val="40000"/>
                          <a:lumOff val="6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vert="vert" rtlCol="0" anchor="ctr"/>
                    <a:lstStyle/>
                    <a:p>
                      <a:pPr algn="ctr"/>
                      <a:r>
                        <a:rPr lang="en-US" sz="1400" dirty="0"/>
                        <a:t>31</a:t>
                      </a:r>
                    </a:p>
                  </p:txBody>
                </p:sp>
                <p:sp>
                  <p:nvSpPr>
                    <p:cNvPr id="215" name="Rectangle 214">
                      <a:extLst>
                        <a:ext uri="{FF2B5EF4-FFF2-40B4-BE49-F238E27FC236}">
                          <a16:creationId xmlns:a16="http://schemas.microsoft.com/office/drawing/2014/main" id="{2E75E1E7-265B-4569-8212-6B19DB29C6F7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 rot="16200000">
                      <a:off x="9167488" y="1600200"/>
                      <a:ext cx="457200" cy="457200"/>
                    </a:xfrm>
                    <a:prstGeom prst="rect">
                      <a:avLst/>
                    </a:prstGeom>
                    <a:solidFill>
                      <a:srgbClr val="00B050"/>
                    </a:solidFill>
                    <a:ln w="25400">
                      <a:solidFill>
                        <a:schemeClr val="accent6">
                          <a:lumMod val="40000"/>
                          <a:lumOff val="6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vert="vert" rtlCol="0" anchor="ctr"/>
                    <a:lstStyle/>
                    <a:p>
                      <a:pPr algn="ctr"/>
                      <a:r>
                        <a:rPr lang="en-US" sz="1400" dirty="0"/>
                        <a:t>39</a:t>
                      </a:r>
                    </a:p>
                  </p:txBody>
                </p:sp>
                <p:sp>
                  <p:nvSpPr>
                    <p:cNvPr id="216" name="Rectangle 215">
                      <a:extLst>
                        <a:ext uri="{FF2B5EF4-FFF2-40B4-BE49-F238E27FC236}">
                          <a16:creationId xmlns:a16="http://schemas.microsoft.com/office/drawing/2014/main" id="{C89E48A7-C69B-44CE-995C-FDCF8171ABEF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 rot="16200000">
                      <a:off x="9624688" y="1600200"/>
                      <a:ext cx="457200" cy="457200"/>
                    </a:xfrm>
                    <a:prstGeom prst="rect">
                      <a:avLst/>
                    </a:prstGeom>
                    <a:solidFill>
                      <a:srgbClr val="00B050"/>
                    </a:solidFill>
                    <a:ln w="25400">
                      <a:solidFill>
                        <a:schemeClr val="accent6">
                          <a:lumMod val="40000"/>
                          <a:lumOff val="6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vert="vert" rtlCol="0" anchor="ctr"/>
                    <a:lstStyle/>
                    <a:p>
                      <a:pPr algn="ctr"/>
                      <a:r>
                        <a:rPr lang="en-US" sz="1400" dirty="0"/>
                        <a:t>47</a:t>
                      </a:r>
                    </a:p>
                  </p:txBody>
                </p:sp>
                <p:sp>
                  <p:nvSpPr>
                    <p:cNvPr id="217" name="Rectangle 216">
                      <a:extLst>
                        <a:ext uri="{FF2B5EF4-FFF2-40B4-BE49-F238E27FC236}">
                          <a16:creationId xmlns:a16="http://schemas.microsoft.com/office/drawing/2014/main" id="{5AF4B549-C901-471B-B3F3-D89A468ED5E8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 rot="16200000">
                      <a:off x="10081888" y="1600200"/>
                      <a:ext cx="457200" cy="457200"/>
                    </a:xfrm>
                    <a:prstGeom prst="rect">
                      <a:avLst/>
                    </a:prstGeom>
                    <a:solidFill>
                      <a:srgbClr val="00B050"/>
                    </a:solidFill>
                    <a:ln w="25400">
                      <a:solidFill>
                        <a:schemeClr val="accent6">
                          <a:lumMod val="40000"/>
                          <a:lumOff val="6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vert="vert" rtlCol="0" anchor="ctr"/>
                    <a:lstStyle/>
                    <a:p>
                      <a:pPr algn="ctr"/>
                      <a:r>
                        <a:rPr lang="en-US" sz="1400" dirty="0"/>
                        <a:t>55</a:t>
                      </a:r>
                    </a:p>
                  </p:txBody>
                </p:sp>
                <p:sp>
                  <p:nvSpPr>
                    <p:cNvPr id="218" name="Rectangle 217">
                      <a:extLst>
                        <a:ext uri="{FF2B5EF4-FFF2-40B4-BE49-F238E27FC236}">
                          <a16:creationId xmlns:a16="http://schemas.microsoft.com/office/drawing/2014/main" id="{C1F29FBA-1A16-4664-B28B-817A772F578E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 rot="16200000">
                      <a:off x="10539088" y="1600200"/>
                      <a:ext cx="457200" cy="457200"/>
                    </a:xfrm>
                    <a:prstGeom prst="rect">
                      <a:avLst/>
                    </a:prstGeom>
                    <a:solidFill>
                      <a:srgbClr val="00B050"/>
                    </a:solidFill>
                    <a:ln w="25400">
                      <a:solidFill>
                        <a:schemeClr val="accent6">
                          <a:lumMod val="40000"/>
                          <a:lumOff val="6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vert="vert" rtlCol="0" anchor="ctr"/>
                    <a:lstStyle/>
                    <a:p>
                      <a:pPr algn="ctr"/>
                      <a:r>
                        <a:rPr lang="en-US" sz="1400" dirty="0"/>
                        <a:t>63</a:t>
                      </a:r>
                    </a:p>
                  </p:txBody>
                </p:sp>
              </p:grpSp>
            </p:grpSp>
            <p:sp>
              <p:nvSpPr>
                <p:cNvPr id="290" name="TextBox 289">
                  <a:extLst>
                    <a:ext uri="{FF2B5EF4-FFF2-40B4-BE49-F238E27FC236}">
                      <a16:creationId xmlns:a16="http://schemas.microsoft.com/office/drawing/2014/main" id="{426D0AA1-2D10-4FAC-A935-D4C4B10A6E9E}"/>
                    </a:ext>
                  </a:extLst>
                </p:cNvPr>
                <p:cNvSpPr txBox="1"/>
                <p:nvPr/>
              </p:nvSpPr>
              <p:spPr>
                <a:xfrm>
                  <a:off x="8155448" y="5514945"/>
                  <a:ext cx="202408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000" b="1" dirty="0">
                      <a:solidFill>
                        <a:srgbClr val="00B050"/>
                      </a:solidFill>
                    </a:rPr>
                    <a:t>CAMERA MATRIX</a:t>
                  </a:r>
                </a:p>
              </p:txBody>
            </p:sp>
          </p:grpSp>
          <p:sp>
            <p:nvSpPr>
              <p:cNvPr id="298" name="TextBox 297">
                <a:extLst>
                  <a:ext uri="{FF2B5EF4-FFF2-40B4-BE49-F238E27FC236}">
                    <a16:creationId xmlns:a16="http://schemas.microsoft.com/office/drawing/2014/main" id="{864942F2-71F1-491A-AC71-23D5C6A009ED}"/>
                  </a:ext>
                </a:extLst>
              </p:cNvPr>
              <p:cNvSpPr txBox="1"/>
              <p:nvPr/>
            </p:nvSpPr>
            <p:spPr>
              <a:xfrm>
                <a:off x="2189358" y="1089166"/>
                <a:ext cx="507448" cy="338554"/>
              </a:xfrm>
              <a:prstGeom prst="rect">
                <a:avLst/>
              </a:prstGeom>
              <a:noFill/>
            </p:spPr>
            <p:txBody>
              <a:bodyPr vert="horz" wrap="none" rtlCol="0">
                <a:spAutoFit/>
              </a:bodyPr>
              <a:lstStyle/>
              <a:p>
                <a:pPr algn="ctr"/>
                <a:r>
                  <a:rPr lang="en-US" sz="1600" i="1" dirty="0">
                    <a:solidFill>
                      <a:srgbClr val="00B050"/>
                    </a:solidFill>
                  </a:rPr>
                  <a:t>row</a:t>
                </a:r>
              </a:p>
            </p:txBody>
          </p:sp>
          <p:grpSp>
            <p:nvGrpSpPr>
              <p:cNvPr id="309" name="Group 308">
                <a:extLst>
                  <a:ext uri="{FF2B5EF4-FFF2-40B4-BE49-F238E27FC236}">
                    <a16:creationId xmlns:a16="http://schemas.microsoft.com/office/drawing/2014/main" id="{0AABF745-D61C-49B7-A098-E36FF7240CC6}"/>
                  </a:ext>
                </a:extLst>
              </p:cNvPr>
              <p:cNvGrpSpPr/>
              <p:nvPr/>
            </p:nvGrpSpPr>
            <p:grpSpPr>
              <a:xfrm>
                <a:off x="614283" y="1216065"/>
                <a:ext cx="3657600" cy="457200"/>
                <a:chOff x="5710317" y="384085"/>
                <a:chExt cx="3657600" cy="457200"/>
              </a:xfrm>
            </p:grpSpPr>
            <p:sp>
              <p:nvSpPr>
                <p:cNvPr id="299" name="Rectangle 298">
                  <a:extLst>
                    <a:ext uri="{FF2B5EF4-FFF2-40B4-BE49-F238E27FC236}">
                      <a16:creationId xmlns:a16="http://schemas.microsoft.com/office/drawing/2014/main" id="{3B9BE845-931D-439B-A0D0-7E0C17F2237F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710317" y="384085"/>
                  <a:ext cx="457200" cy="457200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i="1" dirty="0">
                      <a:solidFill>
                        <a:srgbClr val="00B050"/>
                      </a:solidFill>
                    </a:rPr>
                    <a:t>0</a:t>
                  </a:r>
                </a:p>
              </p:txBody>
            </p:sp>
            <p:sp>
              <p:nvSpPr>
                <p:cNvPr id="300" name="Rectangle 299">
                  <a:extLst>
                    <a:ext uri="{FF2B5EF4-FFF2-40B4-BE49-F238E27FC236}">
                      <a16:creationId xmlns:a16="http://schemas.microsoft.com/office/drawing/2014/main" id="{FC02A1DD-54FF-490B-89D3-66D85CDFACBC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6167517" y="384085"/>
                  <a:ext cx="457200" cy="457200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i="1" dirty="0">
                      <a:solidFill>
                        <a:srgbClr val="00B050"/>
                      </a:solidFill>
                    </a:rPr>
                    <a:t>1</a:t>
                  </a:r>
                </a:p>
              </p:txBody>
            </p:sp>
            <p:sp>
              <p:nvSpPr>
                <p:cNvPr id="301" name="Rectangle 300">
                  <a:extLst>
                    <a:ext uri="{FF2B5EF4-FFF2-40B4-BE49-F238E27FC236}">
                      <a16:creationId xmlns:a16="http://schemas.microsoft.com/office/drawing/2014/main" id="{55EACFF5-CF7C-48E7-96C4-1923FDCEC182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6624717" y="384085"/>
                  <a:ext cx="457200" cy="457200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i="1" dirty="0">
                      <a:solidFill>
                        <a:srgbClr val="00B050"/>
                      </a:solidFill>
                    </a:rPr>
                    <a:t>2</a:t>
                  </a:r>
                </a:p>
              </p:txBody>
            </p:sp>
            <p:sp>
              <p:nvSpPr>
                <p:cNvPr id="302" name="Rectangle 301">
                  <a:extLst>
                    <a:ext uri="{FF2B5EF4-FFF2-40B4-BE49-F238E27FC236}">
                      <a16:creationId xmlns:a16="http://schemas.microsoft.com/office/drawing/2014/main" id="{CE830BCF-C864-4E8D-9B14-B0CDC5C547F2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7081917" y="384085"/>
                  <a:ext cx="457200" cy="457200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i="1" dirty="0">
                      <a:solidFill>
                        <a:srgbClr val="00B050"/>
                      </a:solidFill>
                    </a:rPr>
                    <a:t>3</a:t>
                  </a:r>
                </a:p>
              </p:txBody>
            </p:sp>
            <p:sp>
              <p:nvSpPr>
                <p:cNvPr id="303" name="Rectangle 302">
                  <a:extLst>
                    <a:ext uri="{FF2B5EF4-FFF2-40B4-BE49-F238E27FC236}">
                      <a16:creationId xmlns:a16="http://schemas.microsoft.com/office/drawing/2014/main" id="{71817C39-8633-4088-AA3B-CA9FC46F3FF4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7539117" y="384085"/>
                  <a:ext cx="457200" cy="457200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i="1" dirty="0">
                      <a:solidFill>
                        <a:srgbClr val="00B050"/>
                      </a:solidFill>
                    </a:rPr>
                    <a:t>4</a:t>
                  </a:r>
                </a:p>
              </p:txBody>
            </p:sp>
            <p:sp>
              <p:nvSpPr>
                <p:cNvPr id="304" name="Rectangle 303">
                  <a:extLst>
                    <a:ext uri="{FF2B5EF4-FFF2-40B4-BE49-F238E27FC236}">
                      <a16:creationId xmlns:a16="http://schemas.microsoft.com/office/drawing/2014/main" id="{97535C0A-EFE3-4165-8564-EB3D69A2F83C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7996317" y="384085"/>
                  <a:ext cx="457200" cy="457200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i="1" dirty="0">
                      <a:solidFill>
                        <a:srgbClr val="00B050"/>
                      </a:solidFill>
                    </a:rPr>
                    <a:t>5</a:t>
                  </a:r>
                </a:p>
              </p:txBody>
            </p:sp>
            <p:sp>
              <p:nvSpPr>
                <p:cNvPr id="305" name="Rectangle 304">
                  <a:extLst>
                    <a:ext uri="{FF2B5EF4-FFF2-40B4-BE49-F238E27FC236}">
                      <a16:creationId xmlns:a16="http://schemas.microsoft.com/office/drawing/2014/main" id="{764A8C4B-86B8-4BE5-B3BB-61A06252A342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8453517" y="384085"/>
                  <a:ext cx="457200" cy="457200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i="1" dirty="0">
                      <a:solidFill>
                        <a:srgbClr val="00B050"/>
                      </a:solidFill>
                    </a:rPr>
                    <a:t>6</a:t>
                  </a:r>
                </a:p>
              </p:txBody>
            </p:sp>
            <p:sp>
              <p:nvSpPr>
                <p:cNvPr id="306" name="Rectangle 305">
                  <a:extLst>
                    <a:ext uri="{FF2B5EF4-FFF2-40B4-BE49-F238E27FC236}">
                      <a16:creationId xmlns:a16="http://schemas.microsoft.com/office/drawing/2014/main" id="{3FD3989C-4937-47DD-BE80-59529638D70D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8910717" y="384085"/>
                  <a:ext cx="457200" cy="457200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i="1" dirty="0">
                      <a:solidFill>
                        <a:srgbClr val="00B050"/>
                      </a:solidFill>
                    </a:rPr>
                    <a:t>7</a:t>
                  </a:r>
                </a:p>
              </p:txBody>
            </p:sp>
          </p:grpSp>
          <p:grpSp>
            <p:nvGrpSpPr>
              <p:cNvPr id="318" name="Group 317">
                <a:extLst>
                  <a:ext uri="{FF2B5EF4-FFF2-40B4-BE49-F238E27FC236}">
                    <a16:creationId xmlns:a16="http://schemas.microsoft.com/office/drawing/2014/main" id="{7FC1A4D6-FFCB-4A2D-ADE4-20CCE75876D1}"/>
                  </a:ext>
                </a:extLst>
              </p:cNvPr>
              <p:cNvGrpSpPr/>
              <p:nvPr/>
            </p:nvGrpSpPr>
            <p:grpSpPr>
              <a:xfrm>
                <a:off x="233202" y="1535659"/>
                <a:ext cx="457200" cy="3657600"/>
                <a:chOff x="5638800" y="2221460"/>
                <a:chExt cx="457200" cy="3657600"/>
              </a:xfrm>
            </p:grpSpPr>
            <p:sp>
              <p:nvSpPr>
                <p:cNvPr id="310" name="Rectangle 309">
                  <a:extLst>
                    <a:ext uri="{FF2B5EF4-FFF2-40B4-BE49-F238E27FC236}">
                      <a16:creationId xmlns:a16="http://schemas.microsoft.com/office/drawing/2014/main" id="{BA42BB66-1079-4E11-A582-9DADD8CD54F4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 rot="5400000">
                  <a:off x="5638800" y="2221460"/>
                  <a:ext cx="457200" cy="457200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vert270" rtlCol="0" anchor="ctr"/>
                <a:lstStyle/>
                <a:p>
                  <a:pPr algn="ctr"/>
                  <a:r>
                    <a:rPr lang="en-US" sz="1400" i="1" dirty="0">
                      <a:solidFill>
                        <a:srgbClr val="00B050"/>
                      </a:solidFill>
                    </a:rPr>
                    <a:t>7</a:t>
                  </a:r>
                </a:p>
              </p:txBody>
            </p:sp>
            <p:sp>
              <p:nvSpPr>
                <p:cNvPr id="311" name="Rectangle 310">
                  <a:extLst>
                    <a:ext uri="{FF2B5EF4-FFF2-40B4-BE49-F238E27FC236}">
                      <a16:creationId xmlns:a16="http://schemas.microsoft.com/office/drawing/2014/main" id="{BC341EDB-61E9-44D7-BEED-7745D7F74B4D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 rot="5400000">
                  <a:off x="5638800" y="2678660"/>
                  <a:ext cx="457200" cy="457200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vert270" rtlCol="0" anchor="ctr"/>
                <a:lstStyle/>
                <a:p>
                  <a:pPr algn="ctr"/>
                  <a:r>
                    <a:rPr lang="en-US" sz="1400" i="1" dirty="0">
                      <a:solidFill>
                        <a:srgbClr val="00B050"/>
                      </a:solidFill>
                    </a:rPr>
                    <a:t>6</a:t>
                  </a:r>
                </a:p>
              </p:txBody>
            </p:sp>
            <p:sp>
              <p:nvSpPr>
                <p:cNvPr id="312" name="Rectangle 311">
                  <a:extLst>
                    <a:ext uri="{FF2B5EF4-FFF2-40B4-BE49-F238E27FC236}">
                      <a16:creationId xmlns:a16="http://schemas.microsoft.com/office/drawing/2014/main" id="{A7482D66-7CF7-4784-9ABF-D7C145210FE1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 rot="5400000">
                  <a:off x="5638800" y="3135860"/>
                  <a:ext cx="457200" cy="457200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vert270" rtlCol="0" anchor="ctr"/>
                <a:lstStyle/>
                <a:p>
                  <a:pPr algn="ctr"/>
                  <a:r>
                    <a:rPr lang="en-US" sz="1400" i="1" dirty="0">
                      <a:solidFill>
                        <a:srgbClr val="00B050"/>
                      </a:solidFill>
                    </a:rPr>
                    <a:t>5</a:t>
                  </a:r>
                </a:p>
              </p:txBody>
            </p:sp>
            <p:sp>
              <p:nvSpPr>
                <p:cNvPr id="313" name="Rectangle 312">
                  <a:extLst>
                    <a:ext uri="{FF2B5EF4-FFF2-40B4-BE49-F238E27FC236}">
                      <a16:creationId xmlns:a16="http://schemas.microsoft.com/office/drawing/2014/main" id="{003C81A6-BF19-4E37-AE0F-D21CCAA2FB9F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 rot="5400000">
                  <a:off x="5638800" y="3593060"/>
                  <a:ext cx="457200" cy="457200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vert270" rtlCol="0" anchor="ctr"/>
                <a:lstStyle/>
                <a:p>
                  <a:pPr algn="ctr"/>
                  <a:r>
                    <a:rPr lang="en-US" sz="1400" i="1" dirty="0">
                      <a:solidFill>
                        <a:srgbClr val="00B050"/>
                      </a:solidFill>
                    </a:rPr>
                    <a:t>4</a:t>
                  </a:r>
                </a:p>
              </p:txBody>
            </p:sp>
            <p:sp>
              <p:nvSpPr>
                <p:cNvPr id="314" name="Rectangle 313">
                  <a:extLst>
                    <a:ext uri="{FF2B5EF4-FFF2-40B4-BE49-F238E27FC236}">
                      <a16:creationId xmlns:a16="http://schemas.microsoft.com/office/drawing/2014/main" id="{7978F403-2683-4F67-AB29-15AC606B7528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 rot="5400000">
                  <a:off x="5638800" y="4050260"/>
                  <a:ext cx="457200" cy="457200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vert270" rtlCol="0" anchor="ctr"/>
                <a:lstStyle/>
                <a:p>
                  <a:pPr algn="ctr"/>
                  <a:r>
                    <a:rPr lang="en-US" sz="1400" i="1" dirty="0">
                      <a:solidFill>
                        <a:srgbClr val="00B050"/>
                      </a:solidFill>
                    </a:rPr>
                    <a:t>3</a:t>
                  </a:r>
                </a:p>
              </p:txBody>
            </p:sp>
            <p:sp>
              <p:nvSpPr>
                <p:cNvPr id="315" name="Rectangle 314">
                  <a:extLst>
                    <a:ext uri="{FF2B5EF4-FFF2-40B4-BE49-F238E27FC236}">
                      <a16:creationId xmlns:a16="http://schemas.microsoft.com/office/drawing/2014/main" id="{AC7AD8C9-5DB3-4A3A-A992-D0551249AC3F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 rot="5400000">
                  <a:off x="5638800" y="4507460"/>
                  <a:ext cx="457200" cy="457200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vert270" rtlCol="0" anchor="ctr"/>
                <a:lstStyle/>
                <a:p>
                  <a:pPr algn="ctr"/>
                  <a:r>
                    <a:rPr lang="en-US" sz="1400" i="1" dirty="0">
                      <a:solidFill>
                        <a:srgbClr val="00B050"/>
                      </a:solidFill>
                    </a:rPr>
                    <a:t>2</a:t>
                  </a:r>
                </a:p>
              </p:txBody>
            </p:sp>
            <p:sp>
              <p:nvSpPr>
                <p:cNvPr id="316" name="Rectangle 315">
                  <a:extLst>
                    <a:ext uri="{FF2B5EF4-FFF2-40B4-BE49-F238E27FC236}">
                      <a16:creationId xmlns:a16="http://schemas.microsoft.com/office/drawing/2014/main" id="{F5F4A04A-2ED4-416F-B88C-90923929686A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 rot="5400000">
                  <a:off x="5638800" y="4964660"/>
                  <a:ext cx="457200" cy="457200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vert270" rtlCol="0" anchor="ctr"/>
                <a:lstStyle/>
                <a:p>
                  <a:pPr algn="ctr"/>
                  <a:r>
                    <a:rPr lang="en-US" sz="1400" i="1" dirty="0">
                      <a:solidFill>
                        <a:srgbClr val="00B050"/>
                      </a:solidFill>
                    </a:rPr>
                    <a:t>1</a:t>
                  </a:r>
                </a:p>
              </p:txBody>
            </p:sp>
            <p:sp>
              <p:nvSpPr>
                <p:cNvPr id="317" name="Rectangle 316">
                  <a:extLst>
                    <a:ext uri="{FF2B5EF4-FFF2-40B4-BE49-F238E27FC236}">
                      <a16:creationId xmlns:a16="http://schemas.microsoft.com/office/drawing/2014/main" id="{28BFAF61-FA0A-4C8F-8C1F-D4A2CDA6FCAA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 rot="5400000">
                  <a:off x="5638800" y="5421860"/>
                  <a:ext cx="457200" cy="457200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vert270" rtlCol="0" anchor="ctr"/>
                <a:lstStyle/>
                <a:p>
                  <a:pPr algn="ctr"/>
                  <a:r>
                    <a:rPr lang="en-US" sz="1400" i="1" dirty="0">
                      <a:solidFill>
                        <a:srgbClr val="00B050"/>
                      </a:solidFill>
                    </a:rPr>
                    <a:t>0</a:t>
                  </a:r>
                </a:p>
              </p:txBody>
            </p:sp>
          </p:grpSp>
        </p:grpSp>
        <p:sp>
          <p:nvSpPr>
            <p:cNvPr id="319" name="TextBox 318">
              <a:extLst>
                <a:ext uri="{FF2B5EF4-FFF2-40B4-BE49-F238E27FC236}">
                  <a16:creationId xmlns:a16="http://schemas.microsoft.com/office/drawing/2014/main" id="{B3F83341-4840-4341-A9CE-6497CC7E4B4E}"/>
                </a:ext>
              </a:extLst>
            </p:cNvPr>
            <p:cNvSpPr txBox="1"/>
            <p:nvPr/>
          </p:nvSpPr>
          <p:spPr>
            <a:xfrm>
              <a:off x="240465" y="3013787"/>
              <a:ext cx="430887" cy="701346"/>
            </a:xfrm>
            <a:prstGeom prst="rect">
              <a:avLst/>
            </a:prstGeom>
            <a:noFill/>
          </p:spPr>
          <p:txBody>
            <a:bodyPr vert="vert270" wrap="none" rtlCol="0">
              <a:spAutoFit/>
            </a:bodyPr>
            <a:lstStyle/>
            <a:p>
              <a:pPr algn="ctr"/>
              <a:r>
                <a:rPr lang="en-US" sz="1600" i="1" dirty="0">
                  <a:solidFill>
                    <a:srgbClr val="00B050"/>
                  </a:solidFill>
                </a:rPr>
                <a:t>column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23743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6" name="Group 85">
            <a:extLst>
              <a:ext uri="{FF2B5EF4-FFF2-40B4-BE49-F238E27FC236}">
                <a16:creationId xmlns:a16="http://schemas.microsoft.com/office/drawing/2014/main" id="{4DEC872D-64C7-4F95-BA01-97F2BC794417}"/>
              </a:ext>
            </a:extLst>
          </p:cNvPr>
          <p:cNvGrpSpPr/>
          <p:nvPr/>
        </p:nvGrpSpPr>
        <p:grpSpPr>
          <a:xfrm>
            <a:off x="1925021" y="551975"/>
            <a:ext cx="8784032" cy="5943061"/>
            <a:chOff x="1925021" y="551975"/>
            <a:chExt cx="8784032" cy="5943061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6111B610-A8A1-4637-B278-C02DC2571558}"/>
                </a:ext>
              </a:extLst>
            </p:cNvPr>
            <p:cNvGrpSpPr/>
            <p:nvPr/>
          </p:nvGrpSpPr>
          <p:grpSpPr>
            <a:xfrm>
              <a:off x="1925021" y="551975"/>
              <a:ext cx="8341957" cy="5943061"/>
              <a:chOff x="1496323" y="437201"/>
              <a:chExt cx="8341957" cy="5943061"/>
            </a:xfrm>
          </p:grpSpPr>
          <p:sp>
            <p:nvSpPr>
              <p:cNvPr id="222" name="TextBox 221">
                <a:extLst>
                  <a:ext uri="{FF2B5EF4-FFF2-40B4-BE49-F238E27FC236}">
                    <a16:creationId xmlns:a16="http://schemas.microsoft.com/office/drawing/2014/main" id="{9937CCE5-BE17-406E-9BF3-B9D4DBA3D2AA}"/>
                  </a:ext>
                </a:extLst>
              </p:cNvPr>
              <p:cNvSpPr txBox="1"/>
              <p:nvPr/>
            </p:nvSpPr>
            <p:spPr>
              <a:xfrm>
                <a:off x="4131785" y="5980152"/>
                <a:ext cx="307103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b="1" dirty="0"/>
                  <a:t>DISPLAY GROUP ELEMENTS</a:t>
                </a:r>
              </a:p>
            </p:txBody>
          </p:sp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379A8574-6E48-46ED-923C-F2D64DC137B4}"/>
                  </a:ext>
                </a:extLst>
              </p:cNvPr>
              <p:cNvGrpSpPr/>
              <p:nvPr/>
            </p:nvGrpSpPr>
            <p:grpSpPr>
              <a:xfrm>
                <a:off x="3305175" y="1457325"/>
                <a:ext cx="4962524" cy="3971925"/>
                <a:chOff x="3114675" y="981075"/>
                <a:chExt cx="4962524" cy="3971925"/>
              </a:xfrm>
            </p:grpSpPr>
            <p:sp>
              <p:nvSpPr>
                <p:cNvPr id="233" name="Rectangle 232">
                  <a:extLst>
                    <a:ext uri="{FF2B5EF4-FFF2-40B4-BE49-F238E27FC236}">
                      <a16:creationId xmlns:a16="http://schemas.microsoft.com/office/drawing/2014/main" id="{4EF2F75D-B37A-4561-A8D5-AB1DADBAED26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3114675" y="981075"/>
                  <a:ext cx="4962524" cy="3971925"/>
                </a:xfrm>
                <a:prstGeom prst="rect">
                  <a:avLst/>
                </a:prstGeom>
                <a:solidFill>
                  <a:schemeClr val="tx1"/>
                </a:solidFill>
                <a:ln w="25400"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en-US" sz="1600" b="1" dirty="0"/>
                </a:p>
              </p:txBody>
            </p:sp>
            <p:grpSp>
              <p:nvGrpSpPr>
                <p:cNvPr id="153" name="Group 152">
                  <a:extLst>
                    <a:ext uri="{FF2B5EF4-FFF2-40B4-BE49-F238E27FC236}">
                      <a16:creationId xmlns:a16="http://schemas.microsoft.com/office/drawing/2014/main" id="{1BD13118-18DF-4233-ACBD-C34995B15105}"/>
                    </a:ext>
                  </a:extLst>
                </p:cNvPr>
                <p:cNvGrpSpPr/>
                <p:nvPr/>
              </p:nvGrpSpPr>
              <p:grpSpPr>
                <a:xfrm>
                  <a:off x="4267200" y="1143000"/>
                  <a:ext cx="3657600" cy="3657600"/>
                  <a:chOff x="1652912" y="1600200"/>
                  <a:chExt cx="3657600" cy="3657600"/>
                </a:xfrm>
              </p:grpSpPr>
              <p:sp>
                <p:nvSpPr>
                  <p:cNvPr id="4" name="Rectangle 3">
                    <a:extLst>
                      <a:ext uri="{FF2B5EF4-FFF2-40B4-BE49-F238E27FC236}">
                        <a16:creationId xmlns:a16="http://schemas.microsoft.com/office/drawing/2014/main" id="{B47B4E46-CB89-454A-B3AF-07FBD29AE354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652912" y="1600200"/>
                    <a:ext cx="457200" cy="457200"/>
                  </a:xfrm>
                  <a:prstGeom prst="rect">
                    <a:avLst/>
                  </a:prstGeom>
                  <a:solidFill>
                    <a:schemeClr val="accent5">
                      <a:lumMod val="75000"/>
                    </a:schemeClr>
                  </a:solidFill>
                  <a:ln w="12700"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400" dirty="0"/>
                  </a:p>
                </p:txBody>
              </p:sp>
              <p:sp>
                <p:nvSpPr>
                  <p:cNvPr id="5" name="Rectangle 4">
                    <a:extLst>
                      <a:ext uri="{FF2B5EF4-FFF2-40B4-BE49-F238E27FC236}">
                        <a16:creationId xmlns:a16="http://schemas.microsoft.com/office/drawing/2014/main" id="{54D66DD8-4A17-4BA7-A672-22A1D98C0269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652912" y="2057400"/>
                    <a:ext cx="457200" cy="457200"/>
                  </a:xfrm>
                  <a:prstGeom prst="rect">
                    <a:avLst/>
                  </a:prstGeom>
                  <a:solidFill>
                    <a:schemeClr val="accent5">
                      <a:lumMod val="75000"/>
                    </a:schemeClr>
                  </a:solidFill>
                  <a:ln w="12700"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400" dirty="0"/>
                  </a:p>
                </p:txBody>
              </p:sp>
              <p:sp>
                <p:nvSpPr>
                  <p:cNvPr id="6" name="Rectangle 5">
                    <a:extLst>
                      <a:ext uri="{FF2B5EF4-FFF2-40B4-BE49-F238E27FC236}">
                        <a16:creationId xmlns:a16="http://schemas.microsoft.com/office/drawing/2014/main" id="{BECC4F42-B945-43EA-93BE-960F338E660A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652912" y="2514600"/>
                    <a:ext cx="457200" cy="457200"/>
                  </a:xfrm>
                  <a:prstGeom prst="rect">
                    <a:avLst/>
                  </a:prstGeom>
                  <a:solidFill>
                    <a:schemeClr val="accent5">
                      <a:lumMod val="75000"/>
                    </a:schemeClr>
                  </a:solidFill>
                  <a:ln w="12700"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400" dirty="0"/>
                  </a:p>
                </p:txBody>
              </p:sp>
              <p:sp>
                <p:nvSpPr>
                  <p:cNvPr id="7" name="Rectangle 6">
                    <a:extLst>
                      <a:ext uri="{FF2B5EF4-FFF2-40B4-BE49-F238E27FC236}">
                        <a16:creationId xmlns:a16="http://schemas.microsoft.com/office/drawing/2014/main" id="{5CD7A697-622C-419C-B799-26A6858B85E2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652912" y="2971800"/>
                    <a:ext cx="457200" cy="457200"/>
                  </a:xfrm>
                  <a:prstGeom prst="rect">
                    <a:avLst/>
                  </a:prstGeom>
                  <a:solidFill>
                    <a:schemeClr val="accent5">
                      <a:lumMod val="75000"/>
                    </a:schemeClr>
                  </a:solidFill>
                  <a:ln w="12700"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400" dirty="0"/>
                  </a:p>
                </p:txBody>
              </p:sp>
              <p:sp>
                <p:nvSpPr>
                  <p:cNvPr id="8" name="Rectangle 7">
                    <a:extLst>
                      <a:ext uri="{FF2B5EF4-FFF2-40B4-BE49-F238E27FC236}">
                        <a16:creationId xmlns:a16="http://schemas.microsoft.com/office/drawing/2014/main" id="{A4759DDA-E73E-4387-8ACB-7BF783016CF5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652912" y="3429000"/>
                    <a:ext cx="457200" cy="457200"/>
                  </a:xfrm>
                  <a:prstGeom prst="rect">
                    <a:avLst/>
                  </a:prstGeom>
                  <a:solidFill>
                    <a:schemeClr val="accent5">
                      <a:lumMod val="75000"/>
                    </a:schemeClr>
                  </a:solidFill>
                  <a:ln w="12700"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400" dirty="0"/>
                  </a:p>
                </p:txBody>
              </p:sp>
              <p:sp>
                <p:nvSpPr>
                  <p:cNvPr id="9" name="Rectangle 8">
                    <a:extLst>
                      <a:ext uri="{FF2B5EF4-FFF2-40B4-BE49-F238E27FC236}">
                        <a16:creationId xmlns:a16="http://schemas.microsoft.com/office/drawing/2014/main" id="{22AC7BDB-60A5-4182-9E07-4D8660303AB6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652912" y="3886200"/>
                    <a:ext cx="457200" cy="457200"/>
                  </a:xfrm>
                  <a:prstGeom prst="rect">
                    <a:avLst/>
                  </a:prstGeom>
                  <a:solidFill>
                    <a:schemeClr val="accent5">
                      <a:lumMod val="75000"/>
                    </a:schemeClr>
                  </a:solidFill>
                  <a:ln w="12700"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400" dirty="0"/>
                  </a:p>
                </p:txBody>
              </p:sp>
              <p:sp>
                <p:nvSpPr>
                  <p:cNvPr id="10" name="Rectangle 9">
                    <a:extLst>
                      <a:ext uri="{FF2B5EF4-FFF2-40B4-BE49-F238E27FC236}">
                        <a16:creationId xmlns:a16="http://schemas.microsoft.com/office/drawing/2014/main" id="{58F8881F-427F-4FD1-9A71-3C3546AD39BF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652912" y="4343400"/>
                    <a:ext cx="457200" cy="457200"/>
                  </a:xfrm>
                  <a:prstGeom prst="rect">
                    <a:avLst/>
                  </a:prstGeom>
                  <a:solidFill>
                    <a:schemeClr val="accent5">
                      <a:lumMod val="75000"/>
                    </a:schemeClr>
                  </a:solidFill>
                  <a:ln w="12700"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400" dirty="0"/>
                  </a:p>
                </p:txBody>
              </p:sp>
              <p:sp>
                <p:nvSpPr>
                  <p:cNvPr id="11" name="Rectangle 10">
                    <a:extLst>
                      <a:ext uri="{FF2B5EF4-FFF2-40B4-BE49-F238E27FC236}">
                        <a16:creationId xmlns:a16="http://schemas.microsoft.com/office/drawing/2014/main" id="{1D0A510D-CC8A-4E47-B0FC-3CB857546E9C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652912" y="4800600"/>
                    <a:ext cx="457200" cy="457200"/>
                  </a:xfrm>
                  <a:prstGeom prst="rect">
                    <a:avLst/>
                  </a:prstGeom>
                  <a:solidFill>
                    <a:schemeClr val="accent5">
                      <a:lumMod val="75000"/>
                    </a:schemeClr>
                  </a:solidFill>
                  <a:ln w="12700"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400" dirty="0"/>
                  </a:p>
                </p:txBody>
              </p:sp>
              <p:sp>
                <p:nvSpPr>
                  <p:cNvPr id="14" name="Rectangle 13">
                    <a:extLst>
                      <a:ext uri="{FF2B5EF4-FFF2-40B4-BE49-F238E27FC236}">
                        <a16:creationId xmlns:a16="http://schemas.microsoft.com/office/drawing/2014/main" id="{1595ECBF-73C4-4C8A-BA4F-B27ABFA113CF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2110112" y="1600200"/>
                    <a:ext cx="457200" cy="457200"/>
                  </a:xfrm>
                  <a:prstGeom prst="rect">
                    <a:avLst/>
                  </a:prstGeom>
                  <a:solidFill>
                    <a:schemeClr val="accent5">
                      <a:lumMod val="75000"/>
                    </a:schemeClr>
                  </a:solidFill>
                  <a:ln w="12700"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400" dirty="0"/>
                  </a:p>
                </p:txBody>
              </p:sp>
              <p:sp>
                <p:nvSpPr>
                  <p:cNvPr id="15" name="Rectangle 14">
                    <a:extLst>
                      <a:ext uri="{FF2B5EF4-FFF2-40B4-BE49-F238E27FC236}">
                        <a16:creationId xmlns:a16="http://schemas.microsoft.com/office/drawing/2014/main" id="{EA2ADB09-B37F-4C06-A264-D79B91F6896D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2110112" y="2057400"/>
                    <a:ext cx="457200" cy="457200"/>
                  </a:xfrm>
                  <a:prstGeom prst="rect">
                    <a:avLst/>
                  </a:prstGeom>
                  <a:solidFill>
                    <a:schemeClr val="accent5">
                      <a:lumMod val="75000"/>
                    </a:schemeClr>
                  </a:solidFill>
                  <a:ln w="12700"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400" dirty="0"/>
                  </a:p>
                </p:txBody>
              </p:sp>
              <p:sp>
                <p:nvSpPr>
                  <p:cNvPr id="16" name="Rectangle 15">
                    <a:extLst>
                      <a:ext uri="{FF2B5EF4-FFF2-40B4-BE49-F238E27FC236}">
                        <a16:creationId xmlns:a16="http://schemas.microsoft.com/office/drawing/2014/main" id="{8CB4C094-E8B2-41C1-8044-86F3C7C463AA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2110112" y="2514600"/>
                    <a:ext cx="457200" cy="457200"/>
                  </a:xfrm>
                  <a:prstGeom prst="rect">
                    <a:avLst/>
                  </a:prstGeom>
                  <a:solidFill>
                    <a:schemeClr val="accent5">
                      <a:lumMod val="75000"/>
                    </a:schemeClr>
                  </a:solidFill>
                  <a:ln w="12700"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400" dirty="0"/>
                  </a:p>
                </p:txBody>
              </p:sp>
              <p:sp>
                <p:nvSpPr>
                  <p:cNvPr id="17" name="Rectangle 16">
                    <a:extLst>
                      <a:ext uri="{FF2B5EF4-FFF2-40B4-BE49-F238E27FC236}">
                        <a16:creationId xmlns:a16="http://schemas.microsoft.com/office/drawing/2014/main" id="{C87D8CC3-F6D3-4E2A-9566-85526A1F56A5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2110112" y="2971800"/>
                    <a:ext cx="457200" cy="457200"/>
                  </a:xfrm>
                  <a:prstGeom prst="rect">
                    <a:avLst/>
                  </a:prstGeom>
                  <a:solidFill>
                    <a:schemeClr val="accent5">
                      <a:lumMod val="75000"/>
                    </a:schemeClr>
                  </a:solidFill>
                  <a:ln w="12700"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400" dirty="0"/>
                  </a:p>
                </p:txBody>
              </p:sp>
              <p:sp>
                <p:nvSpPr>
                  <p:cNvPr id="18" name="Rectangle 17">
                    <a:extLst>
                      <a:ext uri="{FF2B5EF4-FFF2-40B4-BE49-F238E27FC236}">
                        <a16:creationId xmlns:a16="http://schemas.microsoft.com/office/drawing/2014/main" id="{CF4912C9-68B1-479F-BFB9-CCCBFDA1A603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2110112" y="3429000"/>
                    <a:ext cx="457200" cy="457200"/>
                  </a:xfrm>
                  <a:prstGeom prst="rect">
                    <a:avLst/>
                  </a:prstGeom>
                  <a:solidFill>
                    <a:schemeClr val="accent5">
                      <a:lumMod val="75000"/>
                    </a:schemeClr>
                  </a:solidFill>
                  <a:ln w="12700"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400" dirty="0"/>
                  </a:p>
                </p:txBody>
              </p:sp>
              <p:sp>
                <p:nvSpPr>
                  <p:cNvPr id="19" name="Rectangle 18">
                    <a:extLst>
                      <a:ext uri="{FF2B5EF4-FFF2-40B4-BE49-F238E27FC236}">
                        <a16:creationId xmlns:a16="http://schemas.microsoft.com/office/drawing/2014/main" id="{92B979C1-ACAD-4078-9105-B8569D282929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2110112" y="3886200"/>
                    <a:ext cx="457200" cy="457200"/>
                  </a:xfrm>
                  <a:prstGeom prst="rect">
                    <a:avLst/>
                  </a:prstGeom>
                  <a:solidFill>
                    <a:schemeClr val="accent5">
                      <a:lumMod val="75000"/>
                    </a:schemeClr>
                  </a:solidFill>
                  <a:ln w="12700"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400" dirty="0"/>
                  </a:p>
                </p:txBody>
              </p:sp>
              <p:sp>
                <p:nvSpPr>
                  <p:cNvPr id="20" name="Rectangle 19">
                    <a:extLst>
                      <a:ext uri="{FF2B5EF4-FFF2-40B4-BE49-F238E27FC236}">
                        <a16:creationId xmlns:a16="http://schemas.microsoft.com/office/drawing/2014/main" id="{3D049480-999B-4BF6-9B06-5A8D0EA50B74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2110112" y="4343400"/>
                    <a:ext cx="457200" cy="457200"/>
                  </a:xfrm>
                  <a:prstGeom prst="rect">
                    <a:avLst/>
                  </a:prstGeom>
                  <a:solidFill>
                    <a:schemeClr val="accent5">
                      <a:lumMod val="75000"/>
                    </a:schemeClr>
                  </a:solidFill>
                  <a:ln w="12700"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400" dirty="0"/>
                  </a:p>
                </p:txBody>
              </p:sp>
              <p:sp>
                <p:nvSpPr>
                  <p:cNvPr id="21" name="Rectangle 20">
                    <a:extLst>
                      <a:ext uri="{FF2B5EF4-FFF2-40B4-BE49-F238E27FC236}">
                        <a16:creationId xmlns:a16="http://schemas.microsoft.com/office/drawing/2014/main" id="{E884572B-7114-40EC-8495-A5451535C814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2110112" y="4800600"/>
                    <a:ext cx="457200" cy="457200"/>
                  </a:xfrm>
                  <a:prstGeom prst="rect">
                    <a:avLst/>
                  </a:prstGeom>
                  <a:solidFill>
                    <a:schemeClr val="accent5">
                      <a:lumMod val="75000"/>
                    </a:schemeClr>
                  </a:solidFill>
                  <a:ln w="12700"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400" dirty="0"/>
                  </a:p>
                </p:txBody>
              </p:sp>
              <p:sp>
                <p:nvSpPr>
                  <p:cNvPr id="23" name="Rectangle 22">
                    <a:extLst>
                      <a:ext uri="{FF2B5EF4-FFF2-40B4-BE49-F238E27FC236}">
                        <a16:creationId xmlns:a16="http://schemas.microsoft.com/office/drawing/2014/main" id="{1FFBDE58-9E06-4960-989C-EFD3D24D54AC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2567312" y="1600200"/>
                    <a:ext cx="457200" cy="457200"/>
                  </a:xfrm>
                  <a:prstGeom prst="rect">
                    <a:avLst/>
                  </a:prstGeom>
                  <a:solidFill>
                    <a:schemeClr val="accent5">
                      <a:lumMod val="75000"/>
                    </a:schemeClr>
                  </a:solidFill>
                  <a:ln w="12700"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400" dirty="0"/>
                  </a:p>
                </p:txBody>
              </p:sp>
              <p:sp>
                <p:nvSpPr>
                  <p:cNvPr id="24" name="Rectangle 23">
                    <a:extLst>
                      <a:ext uri="{FF2B5EF4-FFF2-40B4-BE49-F238E27FC236}">
                        <a16:creationId xmlns:a16="http://schemas.microsoft.com/office/drawing/2014/main" id="{7E2A6029-3FA7-4947-AF43-A38A16542A4B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2567312" y="2057400"/>
                    <a:ext cx="457200" cy="457200"/>
                  </a:xfrm>
                  <a:prstGeom prst="rect">
                    <a:avLst/>
                  </a:prstGeom>
                  <a:solidFill>
                    <a:schemeClr val="accent5">
                      <a:lumMod val="75000"/>
                    </a:schemeClr>
                  </a:solidFill>
                  <a:ln w="12700"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400" dirty="0"/>
                  </a:p>
                </p:txBody>
              </p:sp>
              <p:sp>
                <p:nvSpPr>
                  <p:cNvPr id="25" name="Rectangle 24">
                    <a:extLst>
                      <a:ext uri="{FF2B5EF4-FFF2-40B4-BE49-F238E27FC236}">
                        <a16:creationId xmlns:a16="http://schemas.microsoft.com/office/drawing/2014/main" id="{6CD460B0-46A2-4964-9C34-4F63EA199417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2567312" y="2514600"/>
                    <a:ext cx="457200" cy="457200"/>
                  </a:xfrm>
                  <a:prstGeom prst="rect">
                    <a:avLst/>
                  </a:prstGeom>
                  <a:solidFill>
                    <a:schemeClr val="accent5">
                      <a:lumMod val="75000"/>
                    </a:schemeClr>
                  </a:solidFill>
                  <a:ln w="12700"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400" dirty="0"/>
                  </a:p>
                </p:txBody>
              </p:sp>
              <p:sp>
                <p:nvSpPr>
                  <p:cNvPr id="26" name="Rectangle 25">
                    <a:extLst>
                      <a:ext uri="{FF2B5EF4-FFF2-40B4-BE49-F238E27FC236}">
                        <a16:creationId xmlns:a16="http://schemas.microsoft.com/office/drawing/2014/main" id="{2DDFBFAD-670A-4748-A94D-1E64E80B15A6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2567312" y="2971800"/>
                    <a:ext cx="457200" cy="457200"/>
                  </a:xfrm>
                  <a:prstGeom prst="rect">
                    <a:avLst/>
                  </a:prstGeom>
                  <a:solidFill>
                    <a:schemeClr val="accent5">
                      <a:lumMod val="75000"/>
                    </a:schemeClr>
                  </a:solidFill>
                  <a:ln w="12700"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400" dirty="0"/>
                  </a:p>
                </p:txBody>
              </p:sp>
              <p:sp>
                <p:nvSpPr>
                  <p:cNvPr id="27" name="Rectangle 26">
                    <a:extLst>
                      <a:ext uri="{FF2B5EF4-FFF2-40B4-BE49-F238E27FC236}">
                        <a16:creationId xmlns:a16="http://schemas.microsoft.com/office/drawing/2014/main" id="{B06B4D85-197E-440D-B794-96A8B0321822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2567312" y="3429000"/>
                    <a:ext cx="457200" cy="457200"/>
                  </a:xfrm>
                  <a:prstGeom prst="rect">
                    <a:avLst/>
                  </a:prstGeom>
                  <a:solidFill>
                    <a:srgbClr val="FFC000"/>
                  </a:solidFill>
                  <a:ln w="12700"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400" dirty="0">
                      <a:solidFill>
                        <a:schemeClr val="accent5">
                          <a:lumMod val="75000"/>
                        </a:schemeClr>
                      </a:solidFill>
                    </a:endParaRPr>
                  </a:p>
                </p:txBody>
              </p:sp>
              <p:sp>
                <p:nvSpPr>
                  <p:cNvPr id="28" name="Rectangle 27">
                    <a:extLst>
                      <a:ext uri="{FF2B5EF4-FFF2-40B4-BE49-F238E27FC236}">
                        <a16:creationId xmlns:a16="http://schemas.microsoft.com/office/drawing/2014/main" id="{455BF368-B718-48E9-884D-B3383E52FE70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2567312" y="3886200"/>
                    <a:ext cx="457200" cy="457200"/>
                  </a:xfrm>
                  <a:prstGeom prst="rect">
                    <a:avLst/>
                  </a:prstGeom>
                  <a:solidFill>
                    <a:schemeClr val="accent5">
                      <a:lumMod val="75000"/>
                    </a:schemeClr>
                  </a:solidFill>
                  <a:ln w="12700"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400" dirty="0"/>
                  </a:p>
                </p:txBody>
              </p:sp>
              <p:sp>
                <p:nvSpPr>
                  <p:cNvPr id="29" name="Rectangle 28">
                    <a:extLst>
                      <a:ext uri="{FF2B5EF4-FFF2-40B4-BE49-F238E27FC236}">
                        <a16:creationId xmlns:a16="http://schemas.microsoft.com/office/drawing/2014/main" id="{0C9D531D-0832-4F71-86C7-BF8E3BF237F2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2567312" y="4343400"/>
                    <a:ext cx="457200" cy="457200"/>
                  </a:xfrm>
                  <a:prstGeom prst="rect">
                    <a:avLst/>
                  </a:prstGeom>
                  <a:solidFill>
                    <a:schemeClr val="accent5">
                      <a:lumMod val="75000"/>
                    </a:schemeClr>
                  </a:solidFill>
                  <a:ln w="12700"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400" dirty="0"/>
                  </a:p>
                </p:txBody>
              </p:sp>
              <p:sp>
                <p:nvSpPr>
                  <p:cNvPr id="30" name="Rectangle 29">
                    <a:extLst>
                      <a:ext uri="{FF2B5EF4-FFF2-40B4-BE49-F238E27FC236}">
                        <a16:creationId xmlns:a16="http://schemas.microsoft.com/office/drawing/2014/main" id="{FEBC9BF6-B4EB-45D0-B67A-175E79F6DEE3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2567312" y="4800600"/>
                    <a:ext cx="457200" cy="457200"/>
                  </a:xfrm>
                  <a:prstGeom prst="rect">
                    <a:avLst/>
                  </a:prstGeom>
                  <a:solidFill>
                    <a:schemeClr val="accent5">
                      <a:lumMod val="75000"/>
                    </a:schemeClr>
                  </a:solidFill>
                  <a:ln w="12700"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400" dirty="0"/>
                  </a:p>
                </p:txBody>
              </p:sp>
              <p:sp>
                <p:nvSpPr>
                  <p:cNvPr id="32" name="Rectangle 31">
                    <a:extLst>
                      <a:ext uri="{FF2B5EF4-FFF2-40B4-BE49-F238E27FC236}">
                        <a16:creationId xmlns:a16="http://schemas.microsoft.com/office/drawing/2014/main" id="{C50A880D-0491-42A2-8F0F-F7B39FF12917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3024512" y="1600200"/>
                    <a:ext cx="457200" cy="457200"/>
                  </a:xfrm>
                  <a:prstGeom prst="rect">
                    <a:avLst/>
                  </a:prstGeom>
                  <a:solidFill>
                    <a:schemeClr val="accent5">
                      <a:lumMod val="75000"/>
                    </a:schemeClr>
                  </a:solidFill>
                  <a:ln w="12700"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400" dirty="0"/>
                  </a:p>
                </p:txBody>
              </p:sp>
              <p:sp>
                <p:nvSpPr>
                  <p:cNvPr id="33" name="Rectangle 32">
                    <a:extLst>
                      <a:ext uri="{FF2B5EF4-FFF2-40B4-BE49-F238E27FC236}">
                        <a16:creationId xmlns:a16="http://schemas.microsoft.com/office/drawing/2014/main" id="{E99C62F6-97E1-4518-AC68-47A9772DA6CD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3024512" y="2057400"/>
                    <a:ext cx="457200" cy="457200"/>
                  </a:xfrm>
                  <a:prstGeom prst="rect">
                    <a:avLst/>
                  </a:prstGeom>
                  <a:solidFill>
                    <a:schemeClr val="accent5">
                      <a:lumMod val="75000"/>
                    </a:schemeClr>
                  </a:solidFill>
                  <a:ln w="12700"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400" dirty="0"/>
                  </a:p>
                </p:txBody>
              </p:sp>
              <p:sp>
                <p:nvSpPr>
                  <p:cNvPr id="34" name="Rectangle 33">
                    <a:extLst>
                      <a:ext uri="{FF2B5EF4-FFF2-40B4-BE49-F238E27FC236}">
                        <a16:creationId xmlns:a16="http://schemas.microsoft.com/office/drawing/2014/main" id="{51ED2F2D-63A6-478A-A2F9-3D66A20AC72C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3024512" y="2514600"/>
                    <a:ext cx="457200" cy="457200"/>
                  </a:xfrm>
                  <a:prstGeom prst="rect">
                    <a:avLst/>
                  </a:prstGeom>
                  <a:solidFill>
                    <a:schemeClr val="accent5">
                      <a:lumMod val="75000"/>
                    </a:schemeClr>
                  </a:solidFill>
                  <a:ln w="12700"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400" dirty="0"/>
                  </a:p>
                </p:txBody>
              </p:sp>
              <p:sp>
                <p:nvSpPr>
                  <p:cNvPr id="35" name="Rectangle 34">
                    <a:extLst>
                      <a:ext uri="{FF2B5EF4-FFF2-40B4-BE49-F238E27FC236}">
                        <a16:creationId xmlns:a16="http://schemas.microsoft.com/office/drawing/2014/main" id="{77107CBB-56AA-4B6B-BC5D-3AE2491552D7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3024512" y="2971800"/>
                    <a:ext cx="457200" cy="457200"/>
                  </a:xfrm>
                  <a:prstGeom prst="rect">
                    <a:avLst/>
                  </a:prstGeom>
                  <a:solidFill>
                    <a:srgbClr val="FFC000"/>
                  </a:solidFill>
                  <a:ln w="12700"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400" dirty="0">
                      <a:solidFill>
                        <a:schemeClr val="accent5">
                          <a:lumMod val="75000"/>
                        </a:schemeClr>
                      </a:solidFill>
                    </a:endParaRPr>
                  </a:p>
                </p:txBody>
              </p:sp>
              <p:sp>
                <p:nvSpPr>
                  <p:cNvPr id="36" name="Rectangle 35">
                    <a:extLst>
                      <a:ext uri="{FF2B5EF4-FFF2-40B4-BE49-F238E27FC236}">
                        <a16:creationId xmlns:a16="http://schemas.microsoft.com/office/drawing/2014/main" id="{CF66BE8E-751B-45CD-BB51-73ECD5B2B60D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3024512" y="3429000"/>
                    <a:ext cx="457200" cy="457200"/>
                  </a:xfrm>
                  <a:prstGeom prst="rect">
                    <a:avLst/>
                  </a:prstGeom>
                  <a:solidFill>
                    <a:srgbClr val="FFC000"/>
                  </a:solidFill>
                  <a:ln w="12700"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400" dirty="0">
                      <a:solidFill>
                        <a:schemeClr val="accent5">
                          <a:lumMod val="75000"/>
                        </a:schemeClr>
                      </a:solidFill>
                    </a:endParaRPr>
                  </a:p>
                </p:txBody>
              </p:sp>
              <p:sp>
                <p:nvSpPr>
                  <p:cNvPr id="37" name="Rectangle 36">
                    <a:extLst>
                      <a:ext uri="{FF2B5EF4-FFF2-40B4-BE49-F238E27FC236}">
                        <a16:creationId xmlns:a16="http://schemas.microsoft.com/office/drawing/2014/main" id="{45B2EF43-4C0E-44AF-B6F0-794CD870608A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3024512" y="3886200"/>
                    <a:ext cx="457200" cy="457200"/>
                  </a:xfrm>
                  <a:prstGeom prst="rect">
                    <a:avLst/>
                  </a:prstGeom>
                  <a:solidFill>
                    <a:schemeClr val="accent5">
                      <a:lumMod val="75000"/>
                    </a:schemeClr>
                  </a:solidFill>
                  <a:ln w="12700"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400" dirty="0"/>
                  </a:p>
                </p:txBody>
              </p:sp>
              <p:sp>
                <p:nvSpPr>
                  <p:cNvPr id="38" name="Rectangle 37">
                    <a:extLst>
                      <a:ext uri="{FF2B5EF4-FFF2-40B4-BE49-F238E27FC236}">
                        <a16:creationId xmlns:a16="http://schemas.microsoft.com/office/drawing/2014/main" id="{16EEBE39-E07C-491E-B3F4-0A880A5E053E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3024512" y="4343400"/>
                    <a:ext cx="457200" cy="457200"/>
                  </a:xfrm>
                  <a:prstGeom prst="rect">
                    <a:avLst/>
                  </a:prstGeom>
                  <a:solidFill>
                    <a:schemeClr val="accent5">
                      <a:lumMod val="75000"/>
                    </a:schemeClr>
                  </a:solidFill>
                  <a:ln w="12700"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400" dirty="0"/>
                  </a:p>
                </p:txBody>
              </p:sp>
              <p:sp>
                <p:nvSpPr>
                  <p:cNvPr id="39" name="Rectangle 38">
                    <a:extLst>
                      <a:ext uri="{FF2B5EF4-FFF2-40B4-BE49-F238E27FC236}">
                        <a16:creationId xmlns:a16="http://schemas.microsoft.com/office/drawing/2014/main" id="{97303390-C824-4C4B-8E19-DC1FEB48B7F7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3024512" y="4800600"/>
                    <a:ext cx="457200" cy="457200"/>
                  </a:xfrm>
                  <a:prstGeom prst="rect">
                    <a:avLst/>
                  </a:prstGeom>
                  <a:solidFill>
                    <a:schemeClr val="accent5">
                      <a:lumMod val="75000"/>
                    </a:schemeClr>
                  </a:solidFill>
                  <a:ln w="12700"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400" dirty="0"/>
                  </a:p>
                </p:txBody>
              </p:sp>
              <p:sp>
                <p:nvSpPr>
                  <p:cNvPr id="41" name="Rectangle 40">
                    <a:extLst>
                      <a:ext uri="{FF2B5EF4-FFF2-40B4-BE49-F238E27FC236}">
                        <a16:creationId xmlns:a16="http://schemas.microsoft.com/office/drawing/2014/main" id="{D1EE90D3-97C9-449A-B134-F8A4BD7B3875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3481712" y="1600200"/>
                    <a:ext cx="457200" cy="457200"/>
                  </a:xfrm>
                  <a:prstGeom prst="rect">
                    <a:avLst/>
                  </a:prstGeom>
                  <a:solidFill>
                    <a:schemeClr val="accent5">
                      <a:lumMod val="75000"/>
                    </a:schemeClr>
                  </a:solidFill>
                  <a:ln w="12700"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400" dirty="0"/>
                  </a:p>
                </p:txBody>
              </p:sp>
              <p:sp>
                <p:nvSpPr>
                  <p:cNvPr id="42" name="Rectangle 41">
                    <a:extLst>
                      <a:ext uri="{FF2B5EF4-FFF2-40B4-BE49-F238E27FC236}">
                        <a16:creationId xmlns:a16="http://schemas.microsoft.com/office/drawing/2014/main" id="{B936415E-0A71-43F6-86FE-E41B2888211F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3481712" y="2057400"/>
                    <a:ext cx="457200" cy="457200"/>
                  </a:xfrm>
                  <a:prstGeom prst="rect">
                    <a:avLst/>
                  </a:prstGeom>
                  <a:solidFill>
                    <a:schemeClr val="accent5">
                      <a:lumMod val="75000"/>
                    </a:schemeClr>
                  </a:solidFill>
                  <a:ln w="12700"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400" dirty="0"/>
                  </a:p>
                </p:txBody>
              </p:sp>
              <p:sp>
                <p:nvSpPr>
                  <p:cNvPr id="43" name="Rectangle 42">
                    <a:extLst>
                      <a:ext uri="{FF2B5EF4-FFF2-40B4-BE49-F238E27FC236}">
                        <a16:creationId xmlns:a16="http://schemas.microsoft.com/office/drawing/2014/main" id="{FED80769-6DDA-4338-B35E-1DE00E2A34CB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3481712" y="2514600"/>
                    <a:ext cx="457200" cy="457200"/>
                  </a:xfrm>
                  <a:prstGeom prst="rect">
                    <a:avLst/>
                  </a:prstGeom>
                  <a:solidFill>
                    <a:srgbClr val="FFC000"/>
                  </a:solidFill>
                  <a:ln w="12700"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400" dirty="0">
                      <a:solidFill>
                        <a:schemeClr val="accent5">
                          <a:lumMod val="75000"/>
                        </a:schemeClr>
                      </a:solidFill>
                    </a:endParaRPr>
                  </a:p>
                </p:txBody>
              </p:sp>
              <p:sp>
                <p:nvSpPr>
                  <p:cNvPr id="44" name="Rectangle 43">
                    <a:extLst>
                      <a:ext uri="{FF2B5EF4-FFF2-40B4-BE49-F238E27FC236}">
                        <a16:creationId xmlns:a16="http://schemas.microsoft.com/office/drawing/2014/main" id="{55F19497-C9C3-444F-BFAC-A88B036ADE88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3481712" y="2971800"/>
                    <a:ext cx="457200" cy="457200"/>
                  </a:xfrm>
                  <a:prstGeom prst="rect">
                    <a:avLst/>
                  </a:prstGeom>
                  <a:solidFill>
                    <a:srgbClr val="FFC000"/>
                  </a:solidFill>
                  <a:ln w="12700"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400" dirty="0">
                      <a:solidFill>
                        <a:schemeClr val="accent5">
                          <a:lumMod val="75000"/>
                        </a:schemeClr>
                      </a:solidFill>
                    </a:endParaRPr>
                  </a:p>
                </p:txBody>
              </p:sp>
              <p:sp>
                <p:nvSpPr>
                  <p:cNvPr id="45" name="Rectangle 44">
                    <a:extLst>
                      <a:ext uri="{FF2B5EF4-FFF2-40B4-BE49-F238E27FC236}">
                        <a16:creationId xmlns:a16="http://schemas.microsoft.com/office/drawing/2014/main" id="{AA8D0D92-D4E1-4221-9911-40F3AA540442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3481712" y="3429000"/>
                    <a:ext cx="457200" cy="457200"/>
                  </a:xfrm>
                  <a:prstGeom prst="rect">
                    <a:avLst/>
                  </a:prstGeom>
                  <a:solidFill>
                    <a:srgbClr val="FFC000"/>
                  </a:solidFill>
                  <a:ln w="12700"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400" dirty="0">
                      <a:solidFill>
                        <a:schemeClr val="accent5">
                          <a:lumMod val="75000"/>
                        </a:schemeClr>
                      </a:solidFill>
                    </a:endParaRPr>
                  </a:p>
                </p:txBody>
              </p:sp>
              <p:sp>
                <p:nvSpPr>
                  <p:cNvPr id="46" name="Rectangle 45">
                    <a:extLst>
                      <a:ext uri="{FF2B5EF4-FFF2-40B4-BE49-F238E27FC236}">
                        <a16:creationId xmlns:a16="http://schemas.microsoft.com/office/drawing/2014/main" id="{09C3B906-7CBE-4EE5-83E6-C922B5A76A3E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3481712" y="3886200"/>
                    <a:ext cx="457200" cy="457200"/>
                  </a:xfrm>
                  <a:prstGeom prst="rect">
                    <a:avLst/>
                  </a:prstGeom>
                  <a:solidFill>
                    <a:schemeClr val="accent5">
                      <a:lumMod val="75000"/>
                    </a:schemeClr>
                  </a:solidFill>
                  <a:ln w="12700"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400" dirty="0"/>
                  </a:p>
                </p:txBody>
              </p:sp>
              <p:sp>
                <p:nvSpPr>
                  <p:cNvPr id="47" name="Rectangle 46">
                    <a:extLst>
                      <a:ext uri="{FF2B5EF4-FFF2-40B4-BE49-F238E27FC236}">
                        <a16:creationId xmlns:a16="http://schemas.microsoft.com/office/drawing/2014/main" id="{52D325EC-4CEA-40FE-A218-A94A1710F51F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3481712" y="4343400"/>
                    <a:ext cx="457200" cy="457200"/>
                  </a:xfrm>
                  <a:prstGeom prst="rect">
                    <a:avLst/>
                  </a:prstGeom>
                  <a:solidFill>
                    <a:schemeClr val="accent5">
                      <a:lumMod val="75000"/>
                    </a:schemeClr>
                  </a:solidFill>
                  <a:ln w="12700"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400" dirty="0"/>
                  </a:p>
                </p:txBody>
              </p:sp>
              <p:sp>
                <p:nvSpPr>
                  <p:cNvPr id="48" name="Rectangle 47">
                    <a:extLst>
                      <a:ext uri="{FF2B5EF4-FFF2-40B4-BE49-F238E27FC236}">
                        <a16:creationId xmlns:a16="http://schemas.microsoft.com/office/drawing/2014/main" id="{B5CCE92F-39E5-4B19-BE86-7E3D32FA6F3B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3481712" y="4800600"/>
                    <a:ext cx="457200" cy="457200"/>
                  </a:xfrm>
                  <a:prstGeom prst="rect">
                    <a:avLst/>
                  </a:prstGeom>
                  <a:solidFill>
                    <a:schemeClr val="accent5">
                      <a:lumMod val="75000"/>
                    </a:schemeClr>
                  </a:solidFill>
                  <a:ln w="12700"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400" dirty="0"/>
                  </a:p>
                </p:txBody>
              </p:sp>
              <p:sp>
                <p:nvSpPr>
                  <p:cNvPr id="50" name="Rectangle 49">
                    <a:extLst>
                      <a:ext uri="{FF2B5EF4-FFF2-40B4-BE49-F238E27FC236}">
                        <a16:creationId xmlns:a16="http://schemas.microsoft.com/office/drawing/2014/main" id="{E5B76CA8-82B8-41A1-AAC1-AC4C062368DB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3938912" y="1600200"/>
                    <a:ext cx="457200" cy="457200"/>
                  </a:xfrm>
                  <a:prstGeom prst="rect">
                    <a:avLst/>
                  </a:prstGeom>
                  <a:solidFill>
                    <a:schemeClr val="accent5">
                      <a:lumMod val="75000"/>
                    </a:schemeClr>
                  </a:solidFill>
                  <a:ln w="12700"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400" dirty="0"/>
                  </a:p>
                </p:txBody>
              </p:sp>
              <p:sp>
                <p:nvSpPr>
                  <p:cNvPr id="51" name="Rectangle 50">
                    <a:extLst>
                      <a:ext uri="{FF2B5EF4-FFF2-40B4-BE49-F238E27FC236}">
                        <a16:creationId xmlns:a16="http://schemas.microsoft.com/office/drawing/2014/main" id="{D9A10109-6F06-4846-95B5-7958A364AC4D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3938912" y="2057400"/>
                    <a:ext cx="457200" cy="457200"/>
                  </a:xfrm>
                  <a:prstGeom prst="rect">
                    <a:avLst/>
                  </a:prstGeom>
                  <a:solidFill>
                    <a:srgbClr val="FFC000"/>
                  </a:solidFill>
                  <a:ln w="12700"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400" dirty="0">
                      <a:solidFill>
                        <a:schemeClr val="accent5">
                          <a:lumMod val="75000"/>
                        </a:schemeClr>
                      </a:solidFill>
                    </a:endParaRPr>
                  </a:p>
                </p:txBody>
              </p:sp>
              <p:sp>
                <p:nvSpPr>
                  <p:cNvPr id="52" name="Rectangle 51">
                    <a:extLst>
                      <a:ext uri="{FF2B5EF4-FFF2-40B4-BE49-F238E27FC236}">
                        <a16:creationId xmlns:a16="http://schemas.microsoft.com/office/drawing/2014/main" id="{DA76E73A-C224-4663-9CE1-4C7C793E736A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3938912" y="2514600"/>
                    <a:ext cx="457200" cy="457200"/>
                  </a:xfrm>
                  <a:prstGeom prst="rect">
                    <a:avLst/>
                  </a:prstGeom>
                  <a:solidFill>
                    <a:srgbClr val="FFC000"/>
                  </a:solidFill>
                  <a:ln w="12700"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400" dirty="0">
                      <a:solidFill>
                        <a:schemeClr val="accent5">
                          <a:lumMod val="75000"/>
                        </a:schemeClr>
                      </a:solidFill>
                    </a:endParaRPr>
                  </a:p>
                </p:txBody>
              </p:sp>
              <p:sp>
                <p:nvSpPr>
                  <p:cNvPr id="53" name="Rectangle 52">
                    <a:extLst>
                      <a:ext uri="{FF2B5EF4-FFF2-40B4-BE49-F238E27FC236}">
                        <a16:creationId xmlns:a16="http://schemas.microsoft.com/office/drawing/2014/main" id="{4F764991-2B02-4E86-AA38-1CDB25A2F6C9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3938912" y="2971800"/>
                    <a:ext cx="457200" cy="457200"/>
                  </a:xfrm>
                  <a:prstGeom prst="rect">
                    <a:avLst/>
                  </a:prstGeom>
                  <a:solidFill>
                    <a:srgbClr val="FFC000"/>
                  </a:solidFill>
                  <a:ln w="12700"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400" dirty="0">
                      <a:solidFill>
                        <a:schemeClr val="accent5">
                          <a:lumMod val="75000"/>
                        </a:schemeClr>
                      </a:solidFill>
                    </a:endParaRPr>
                  </a:p>
                </p:txBody>
              </p:sp>
              <p:sp>
                <p:nvSpPr>
                  <p:cNvPr id="54" name="Rectangle 53">
                    <a:extLst>
                      <a:ext uri="{FF2B5EF4-FFF2-40B4-BE49-F238E27FC236}">
                        <a16:creationId xmlns:a16="http://schemas.microsoft.com/office/drawing/2014/main" id="{1A32622D-CC0B-4057-A819-1B014FB59D9E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3938912" y="3429000"/>
                    <a:ext cx="457200" cy="457200"/>
                  </a:xfrm>
                  <a:prstGeom prst="rect">
                    <a:avLst/>
                  </a:prstGeom>
                  <a:solidFill>
                    <a:srgbClr val="FFC000"/>
                  </a:solidFill>
                  <a:ln w="12700"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400" dirty="0">
                      <a:solidFill>
                        <a:schemeClr val="accent5">
                          <a:lumMod val="75000"/>
                        </a:schemeClr>
                      </a:solidFill>
                    </a:endParaRPr>
                  </a:p>
                </p:txBody>
              </p:sp>
              <p:sp>
                <p:nvSpPr>
                  <p:cNvPr id="55" name="Rectangle 54">
                    <a:extLst>
                      <a:ext uri="{FF2B5EF4-FFF2-40B4-BE49-F238E27FC236}">
                        <a16:creationId xmlns:a16="http://schemas.microsoft.com/office/drawing/2014/main" id="{5F10F818-3FA7-4D36-8B6A-AB493A96EA26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3938912" y="3886200"/>
                    <a:ext cx="457200" cy="457200"/>
                  </a:xfrm>
                  <a:prstGeom prst="rect">
                    <a:avLst/>
                  </a:prstGeom>
                  <a:solidFill>
                    <a:schemeClr val="accent5">
                      <a:lumMod val="75000"/>
                    </a:schemeClr>
                  </a:solidFill>
                  <a:ln w="12700"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400" dirty="0"/>
                  </a:p>
                </p:txBody>
              </p:sp>
              <p:sp>
                <p:nvSpPr>
                  <p:cNvPr id="56" name="Rectangle 55">
                    <a:extLst>
                      <a:ext uri="{FF2B5EF4-FFF2-40B4-BE49-F238E27FC236}">
                        <a16:creationId xmlns:a16="http://schemas.microsoft.com/office/drawing/2014/main" id="{D585CA73-CB4F-4F1D-A538-B003A8318B75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3938912" y="4343400"/>
                    <a:ext cx="457200" cy="457200"/>
                  </a:xfrm>
                  <a:prstGeom prst="rect">
                    <a:avLst/>
                  </a:prstGeom>
                  <a:solidFill>
                    <a:schemeClr val="accent5">
                      <a:lumMod val="75000"/>
                    </a:schemeClr>
                  </a:solidFill>
                  <a:ln w="12700"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400" dirty="0"/>
                  </a:p>
                </p:txBody>
              </p:sp>
              <p:sp>
                <p:nvSpPr>
                  <p:cNvPr id="57" name="Rectangle 56">
                    <a:extLst>
                      <a:ext uri="{FF2B5EF4-FFF2-40B4-BE49-F238E27FC236}">
                        <a16:creationId xmlns:a16="http://schemas.microsoft.com/office/drawing/2014/main" id="{EBBC018E-5D41-4385-BDAC-F95795D041BB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3938912" y="4800600"/>
                    <a:ext cx="457200" cy="457200"/>
                  </a:xfrm>
                  <a:prstGeom prst="rect">
                    <a:avLst/>
                  </a:prstGeom>
                  <a:solidFill>
                    <a:schemeClr val="accent5">
                      <a:lumMod val="75000"/>
                    </a:schemeClr>
                  </a:solidFill>
                  <a:ln w="12700"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400" dirty="0"/>
                  </a:p>
                </p:txBody>
              </p:sp>
              <p:sp>
                <p:nvSpPr>
                  <p:cNvPr id="59" name="Rectangle 58">
                    <a:extLst>
                      <a:ext uri="{FF2B5EF4-FFF2-40B4-BE49-F238E27FC236}">
                        <a16:creationId xmlns:a16="http://schemas.microsoft.com/office/drawing/2014/main" id="{A80F28B1-A065-4CF8-8133-6C57377A7302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4396112" y="1600200"/>
                    <a:ext cx="457200" cy="457200"/>
                  </a:xfrm>
                  <a:prstGeom prst="rect">
                    <a:avLst/>
                  </a:prstGeom>
                  <a:solidFill>
                    <a:schemeClr val="accent5">
                      <a:lumMod val="75000"/>
                    </a:schemeClr>
                  </a:solidFill>
                  <a:ln w="12700"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400" dirty="0"/>
                  </a:p>
                </p:txBody>
              </p:sp>
              <p:sp>
                <p:nvSpPr>
                  <p:cNvPr id="60" name="Rectangle 59">
                    <a:extLst>
                      <a:ext uri="{FF2B5EF4-FFF2-40B4-BE49-F238E27FC236}">
                        <a16:creationId xmlns:a16="http://schemas.microsoft.com/office/drawing/2014/main" id="{01C96F65-B19F-49D8-AEB2-AB139D0E79C4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4396112" y="2057400"/>
                    <a:ext cx="457200" cy="457200"/>
                  </a:xfrm>
                  <a:prstGeom prst="rect">
                    <a:avLst/>
                  </a:prstGeom>
                  <a:solidFill>
                    <a:schemeClr val="accent5">
                      <a:lumMod val="75000"/>
                    </a:schemeClr>
                  </a:solidFill>
                  <a:ln w="12700"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400" dirty="0"/>
                  </a:p>
                </p:txBody>
              </p:sp>
              <p:sp>
                <p:nvSpPr>
                  <p:cNvPr id="61" name="Rectangle 60">
                    <a:extLst>
                      <a:ext uri="{FF2B5EF4-FFF2-40B4-BE49-F238E27FC236}">
                        <a16:creationId xmlns:a16="http://schemas.microsoft.com/office/drawing/2014/main" id="{020BFCCA-519E-4ED8-80EE-D6232EC7F008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4396112" y="2514600"/>
                    <a:ext cx="457200" cy="457200"/>
                  </a:xfrm>
                  <a:prstGeom prst="rect">
                    <a:avLst/>
                  </a:prstGeom>
                  <a:solidFill>
                    <a:srgbClr val="FFC000"/>
                  </a:solidFill>
                  <a:ln w="12700"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400" dirty="0">
                      <a:solidFill>
                        <a:schemeClr val="accent5">
                          <a:lumMod val="75000"/>
                        </a:schemeClr>
                      </a:solidFill>
                    </a:endParaRPr>
                  </a:p>
                </p:txBody>
              </p:sp>
              <p:sp>
                <p:nvSpPr>
                  <p:cNvPr id="62" name="Rectangle 61">
                    <a:extLst>
                      <a:ext uri="{FF2B5EF4-FFF2-40B4-BE49-F238E27FC236}">
                        <a16:creationId xmlns:a16="http://schemas.microsoft.com/office/drawing/2014/main" id="{03213AA0-4164-41F9-B9EE-409EE3F93179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4396112" y="2971800"/>
                    <a:ext cx="457200" cy="457200"/>
                  </a:xfrm>
                  <a:prstGeom prst="rect">
                    <a:avLst/>
                  </a:prstGeom>
                  <a:solidFill>
                    <a:srgbClr val="FFC000"/>
                  </a:solidFill>
                  <a:ln w="12700"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400" dirty="0">
                      <a:solidFill>
                        <a:schemeClr val="accent5">
                          <a:lumMod val="75000"/>
                        </a:schemeClr>
                      </a:solidFill>
                    </a:endParaRPr>
                  </a:p>
                </p:txBody>
              </p:sp>
              <p:sp>
                <p:nvSpPr>
                  <p:cNvPr id="63" name="Rectangle 62">
                    <a:extLst>
                      <a:ext uri="{FF2B5EF4-FFF2-40B4-BE49-F238E27FC236}">
                        <a16:creationId xmlns:a16="http://schemas.microsoft.com/office/drawing/2014/main" id="{24BE9BA4-5ECF-46A1-BBBD-CAC74AEC05EF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4396112" y="3429000"/>
                    <a:ext cx="457200" cy="457200"/>
                  </a:xfrm>
                  <a:prstGeom prst="rect">
                    <a:avLst/>
                  </a:prstGeom>
                  <a:solidFill>
                    <a:srgbClr val="FFC000"/>
                  </a:solidFill>
                  <a:ln w="12700"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400" dirty="0">
                      <a:solidFill>
                        <a:schemeClr val="accent5">
                          <a:lumMod val="75000"/>
                        </a:schemeClr>
                      </a:solidFill>
                    </a:endParaRPr>
                  </a:p>
                </p:txBody>
              </p:sp>
              <p:sp>
                <p:nvSpPr>
                  <p:cNvPr id="64" name="Rectangle 63">
                    <a:extLst>
                      <a:ext uri="{FF2B5EF4-FFF2-40B4-BE49-F238E27FC236}">
                        <a16:creationId xmlns:a16="http://schemas.microsoft.com/office/drawing/2014/main" id="{B3A1FC7C-64E5-434E-A6D7-970B4585A253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4396112" y="3886200"/>
                    <a:ext cx="457200" cy="457200"/>
                  </a:xfrm>
                  <a:prstGeom prst="rect">
                    <a:avLst/>
                  </a:prstGeom>
                  <a:solidFill>
                    <a:schemeClr val="accent5">
                      <a:lumMod val="75000"/>
                    </a:schemeClr>
                  </a:solidFill>
                  <a:ln w="12700"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400" dirty="0"/>
                  </a:p>
                </p:txBody>
              </p:sp>
              <p:sp>
                <p:nvSpPr>
                  <p:cNvPr id="65" name="Rectangle 64">
                    <a:extLst>
                      <a:ext uri="{FF2B5EF4-FFF2-40B4-BE49-F238E27FC236}">
                        <a16:creationId xmlns:a16="http://schemas.microsoft.com/office/drawing/2014/main" id="{10D1CF15-53CE-4CE6-9080-C8FFB6C4D90F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4396112" y="4343400"/>
                    <a:ext cx="457200" cy="457200"/>
                  </a:xfrm>
                  <a:prstGeom prst="rect">
                    <a:avLst/>
                  </a:prstGeom>
                  <a:solidFill>
                    <a:schemeClr val="accent5">
                      <a:lumMod val="75000"/>
                    </a:schemeClr>
                  </a:solidFill>
                  <a:ln w="12700"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400" dirty="0"/>
                  </a:p>
                </p:txBody>
              </p:sp>
              <p:sp>
                <p:nvSpPr>
                  <p:cNvPr id="66" name="Rectangle 65">
                    <a:extLst>
                      <a:ext uri="{FF2B5EF4-FFF2-40B4-BE49-F238E27FC236}">
                        <a16:creationId xmlns:a16="http://schemas.microsoft.com/office/drawing/2014/main" id="{78842A85-08FB-4035-9750-FF4724255653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4396112" y="4800600"/>
                    <a:ext cx="457200" cy="457200"/>
                  </a:xfrm>
                  <a:prstGeom prst="rect">
                    <a:avLst/>
                  </a:prstGeom>
                  <a:solidFill>
                    <a:schemeClr val="accent5">
                      <a:lumMod val="75000"/>
                    </a:schemeClr>
                  </a:solidFill>
                  <a:ln w="12700"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400" dirty="0"/>
                  </a:p>
                </p:txBody>
              </p:sp>
              <p:sp>
                <p:nvSpPr>
                  <p:cNvPr id="68" name="Rectangle 67">
                    <a:extLst>
                      <a:ext uri="{FF2B5EF4-FFF2-40B4-BE49-F238E27FC236}">
                        <a16:creationId xmlns:a16="http://schemas.microsoft.com/office/drawing/2014/main" id="{90049369-2BBD-41B4-9382-CA33DAF6070D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4853312" y="1600200"/>
                    <a:ext cx="457200" cy="457200"/>
                  </a:xfrm>
                  <a:prstGeom prst="rect">
                    <a:avLst/>
                  </a:prstGeom>
                  <a:solidFill>
                    <a:schemeClr val="accent5">
                      <a:lumMod val="75000"/>
                    </a:schemeClr>
                  </a:solidFill>
                  <a:ln w="12700"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400" dirty="0"/>
                  </a:p>
                </p:txBody>
              </p:sp>
              <p:sp>
                <p:nvSpPr>
                  <p:cNvPr id="69" name="Rectangle 68">
                    <a:extLst>
                      <a:ext uri="{FF2B5EF4-FFF2-40B4-BE49-F238E27FC236}">
                        <a16:creationId xmlns:a16="http://schemas.microsoft.com/office/drawing/2014/main" id="{202D62D3-9672-47F9-8E5A-3E7220E866FE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4853312" y="2057400"/>
                    <a:ext cx="457200" cy="457200"/>
                  </a:xfrm>
                  <a:prstGeom prst="rect">
                    <a:avLst/>
                  </a:prstGeom>
                  <a:solidFill>
                    <a:schemeClr val="accent5">
                      <a:lumMod val="75000"/>
                    </a:schemeClr>
                  </a:solidFill>
                  <a:ln w="12700"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400" dirty="0"/>
                  </a:p>
                </p:txBody>
              </p:sp>
              <p:sp>
                <p:nvSpPr>
                  <p:cNvPr id="70" name="Rectangle 69">
                    <a:extLst>
                      <a:ext uri="{FF2B5EF4-FFF2-40B4-BE49-F238E27FC236}">
                        <a16:creationId xmlns:a16="http://schemas.microsoft.com/office/drawing/2014/main" id="{1F12556C-8983-41DF-902F-FA01A25653BA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4853312" y="2514600"/>
                    <a:ext cx="457200" cy="457200"/>
                  </a:xfrm>
                  <a:prstGeom prst="rect">
                    <a:avLst/>
                  </a:prstGeom>
                  <a:solidFill>
                    <a:schemeClr val="accent5">
                      <a:lumMod val="75000"/>
                    </a:schemeClr>
                  </a:solidFill>
                  <a:ln w="12700"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400" dirty="0"/>
                  </a:p>
                </p:txBody>
              </p:sp>
              <p:sp>
                <p:nvSpPr>
                  <p:cNvPr id="71" name="Rectangle 70">
                    <a:extLst>
                      <a:ext uri="{FF2B5EF4-FFF2-40B4-BE49-F238E27FC236}">
                        <a16:creationId xmlns:a16="http://schemas.microsoft.com/office/drawing/2014/main" id="{2A52C980-0C05-4498-B96D-51E8574BDC97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4853312" y="2971800"/>
                    <a:ext cx="457200" cy="457200"/>
                  </a:xfrm>
                  <a:prstGeom prst="rect">
                    <a:avLst/>
                  </a:prstGeom>
                  <a:solidFill>
                    <a:srgbClr val="FFC000"/>
                  </a:solidFill>
                  <a:ln w="12700"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400" dirty="0">
                      <a:solidFill>
                        <a:schemeClr val="accent5">
                          <a:lumMod val="75000"/>
                        </a:schemeClr>
                      </a:solidFill>
                    </a:endParaRPr>
                  </a:p>
                </p:txBody>
              </p:sp>
              <p:sp>
                <p:nvSpPr>
                  <p:cNvPr id="72" name="Rectangle 71">
                    <a:extLst>
                      <a:ext uri="{FF2B5EF4-FFF2-40B4-BE49-F238E27FC236}">
                        <a16:creationId xmlns:a16="http://schemas.microsoft.com/office/drawing/2014/main" id="{87F1F9D3-74AA-4167-97C8-8C16679E604E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4853312" y="3429000"/>
                    <a:ext cx="457200" cy="457200"/>
                  </a:xfrm>
                  <a:prstGeom prst="rect">
                    <a:avLst/>
                  </a:prstGeom>
                  <a:solidFill>
                    <a:srgbClr val="FFC000"/>
                  </a:solidFill>
                  <a:ln w="12700"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400" dirty="0">
                      <a:solidFill>
                        <a:schemeClr val="accent5">
                          <a:lumMod val="75000"/>
                        </a:schemeClr>
                      </a:solidFill>
                    </a:endParaRPr>
                  </a:p>
                </p:txBody>
              </p:sp>
              <p:sp>
                <p:nvSpPr>
                  <p:cNvPr id="73" name="Rectangle 72">
                    <a:extLst>
                      <a:ext uri="{FF2B5EF4-FFF2-40B4-BE49-F238E27FC236}">
                        <a16:creationId xmlns:a16="http://schemas.microsoft.com/office/drawing/2014/main" id="{1E6B4691-EED4-4586-A08F-624BFB39F0D4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4853312" y="3886200"/>
                    <a:ext cx="457200" cy="457200"/>
                  </a:xfrm>
                  <a:prstGeom prst="rect">
                    <a:avLst/>
                  </a:prstGeom>
                  <a:solidFill>
                    <a:schemeClr val="accent5">
                      <a:lumMod val="75000"/>
                    </a:schemeClr>
                  </a:solidFill>
                  <a:ln w="12700"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400" dirty="0"/>
                  </a:p>
                </p:txBody>
              </p:sp>
              <p:sp>
                <p:nvSpPr>
                  <p:cNvPr id="74" name="Rectangle 73">
                    <a:extLst>
                      <a:ext uri="{FF2B5EF4-FFF2-40B4-BE49-F238E27FC236}">
                        <a16:creationId xmlns:a16="http://schemas.microsoft.com/office/drawing/2014/main" id="{DCF27C63-F0D2-43B6-9971-FD3A6BE4C0F0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4853312" y="4343400"/>
                    <a:ext cx="457200" cy="457200"/>
                  </a:xfrm>
                  <a:prstGeom prst="rect">
                    <a:avLst/>
                  </a:prstGeom>
                  <a:solidFill>
                    <a:schemeClr val="accent5">
                      <a:lumMod val="75000"/>
                    </a:schemeClr>
                  </a:solidFill>
                  <a:ln w="12700"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400" dirty="0"/>
                  </a:p>
                </p:txBody>
              </p:sp>
              <p:sp>
                <p:nvSpPr>
                  <p:cNvPr id="75" name="Rectangle 74">
                    <a:extLst>
                      <a:ext uri="{FF2B5EF4-FFF2-40B4-BE49-F238E27FC236}">
                        <a16:creationId xmlns:a16="http://schemas.microsoft.com/office/drawing/2014/main" id="{055D4C3C-9613-4C77-895A-481C0D90E812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4853312" y="4800600"/>
                    <a:ext cx="457200" cy="457200"/>
                  </a:xfrm>
                  <a:prstGeom prst="rect">
                    <a:avLst/>
                  </a:prstGeom>
                  <a:solidFill>
                    <a:schemeClr val="accent5">
                      <a:lumMod val="75000"/>
                    </a:schemeClr>
                  </a:solidFill>
                  <a:ln w="12700"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400" dirty="0"/>
                  </a:p>
                </p:txBody>
              </p:sp>
            </p:grpSp>
            <p:grpSp>
              <p:nvGrpSpPr>
                <p:cNvPr id="2" name="Group 1">
                  <a:extLst>
                    <a:ext uri="{FF2B5EF4-FFF2-40B4-BE49-F238E27FC236}">
                      <a16:creationId xmlns:a16="http://schemas.microsoft.com/office/drawing/2014/main" id="{703C0EFC-AB5A-41B7-807A-D4F3F91FD4A2}"/>
                    </a:ext>
                  </a:extLst>
                </p:cNvPr>
                <p:cNvGrpSpPr/>
                <p:nvPr/>
              </p:nvGrpSpPr>
              <p:grpSpPr>
                <a:xfrm>
                  <a:off x="3286125" y="1143000"/>
                  <a:ext cx="914400" cy="3657600"/>
                  <a:chOff x="3124200" y="1143000"/>
                  <a:chExt cx="914400" cy="3657600"/>
                </a:xfrm>
              </p:grpSpPr>
              <p:sp>
                <p:nvSpPr>
                  <p:cNvPr id="221" name="Rectangle 220">
                    <a:extLst>
                      <a:ext uri="{FF2B5EF4-FFF2-40B4-BE49-F238E27FC236}">
                        <a16:creationId xmlns:a16="http://schemas.microsoft.com/office/drawing/2014/main" id="{D7491347-9876-4208-B720-26730B023B11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3124200" y="1143000"/>
                    <a:ext cx="914400" cy="457200"/>
                  </a:xfrm>
                  <a:prstGeom prst="rect">
                    <a:avLst/>
                  </a:prstGeom>
                  <a:solidFill>
                    <a:schemeClr val="tx1"/>
                  </a:solidFill>
                  <a:ln w="12700">
                    <a:solidFill>
                      <a:schemeClr val="bg1">
                        <a:lumMod val="8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r>
                      <a:rPr lang="en-US" sz="2400" dirty="0">
                        <a:latin typeface="MD Thaitype A" panose="00000400000000000000" pitchFamily="2" charset="0"/>
                      </a:rPr>
                      <a:t>100</a:t>
                    </a:r>
                  </a:p>
                </p:txBody>
              </p:sp>
              <p:sp>
                <p:nvSpPr>
                  <p:cNvPr id="223" name="Rectangle 222">
                    <a:extLst>
                      <a:ext uri="{FF2B5EF4-FFF2-40B4-BE49-F238E27FC236}">
                        <a16:creationId xmlns:a16="http://schemas.microsoft.com/office/drawing/2014/main" id="{0F25BEA0-5842-4995-B7A9-667689FA3ED3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3124200" y="1600200"/>
                    <a:ext cx="914400" cy="457200"/>
                  </a:xfrm>
                  <a:prstGeom prst="rect">
                    <a:avLst/>
                  </a:prstGeom>
                  <a:solidFill>
                    <a:schemeClr val="tx1"/>
                  </a:solidFill>
                  <a:ln w="12700">
                    <a:solidFill>
                      <a:schemeClr val="bg1">
                        <a:lumMod val="8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r>
                      <a:rPr lang="en-US" sz="2400" dirty="0" err="1">
                        <a:latin typeface="MD Thaitype A" panose="00000400000000000000" pitchFamily="2" charset="0"/>
                      </a:rPr>
                      <a:t>alm</a:t>
                    </a:r>
                    <a:endParaRPr lang="en-US" sz="2400" dirty="0">
                      <a:latin typeface="MD Thaitype A" panose="00000400000000000000" pitchFamily="2" charset="0"/>
                    </a:endParaRPr>
                  </a:p>
                </p:txBody>
              </p:sp>
              <p:sp>
                <p:nvSpPr>
                  <p:cNvPr id="224" name="Rectangle 223">
                    <a:extLst>
                      <a:ext uri="{FF2B5EF4-FFF2-40B4-BE49-F238E27FC236}">
                        <a16:creationId xmlns:a16="http://schemas.microsoft.com/office/drawing/2014/main" id="{0E21DA48-6394-4971-B230-2C043DE1EB1E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3124200" y="2057400"/>
                    <a:ext cx="914400" cy="457200"/>
                  </a:xfrm>
                  <a:prstGeom prst="rect">
                    <a:avLst/>
                  </a:prstGeom>
                  <a:solidFill>
                    <a:schemeClr val="tx1"/>
                  </a:solidFill>
                  <a:ln w="12700">
                    <a:solidFill>
                      <a:schemeClr val="bg1">
                        <a:lumMod val="8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r>
                      <a:rPr lang="en-US" sz="2400" dirty="0">
                        <a:solidFill>
                          <a:srgbClr val="FF0000"/>
                        </a:solidFill>
                        <a:latin typeface="MD Thaitype A" panose="00000400000000000000" pitchFamily="2" charset="0"/>
                      </a:rPr>
                      <a:t>110</a:t>
                    </a:r>
                  </a:p>
                </p:txBody>
              </p:sp>
              <p:sp>
                <p:nvSpPr>
                  <p:cNvPr id="225" name="Rectangle 224">
                    <a:extLst>
                      <a:ext uri="{FF2B5EF4-FFF2-40B4-BE49-F238E27FC236}">
                        <a16:creationId xmlns:a16="http://schemas.microsoft.com/office/drawing/2014/main" id="{DD60F1FA-FF2C-4B4E-90B4-CD01200C32E0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3124200" y="2514600"/>
                    <a:ext cx="914400" cy="457200"/>
                  </a:xfrm>
                  <a:prstGeom prst="rect">
                    <a:avLst/>
                  </a:prstGeom>
                  <a:solidFill>
                    <a:schemeClr val="tx1"/>
                  </a:solidFill>
                  <a:ln w="12700">
                    <a:solidFill>
                      <a:schemeClr val="bg1">
                        <a:lumMod val="8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r>
                      <a:rPr lang="en-US" sz="2400" dirty="0">
                        <a:solidFill>
                          <a:srgbClr val="FF0000"/>
                        </a:solidFill>
                        <a:latin typeface="MD Thaitype A" panose="00000400000000000000" pitchFamily="2" charset="0"/>
                      </a:rPr>
                      <a:t>max</a:t>
                    </a:r>
                  </a:p>
                </p:txBody>
              </p:sp>
              <p:sp>
                <p:nvSpPr>
                  <p:cNvPr id="227" name="Rectangle 226">
                    <a:extLst>
                      <a:ext uri="{FF2B5EF4-FFF2-40B4-BE49-F238E27FC236}">
                        <a16:creationId xmlns:a16="http://schemas.microsoft.com/office/drawing/2014/main" id="{4781FBEA-B19C-4571-B084-DEE2F0523D06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3124200" y="2971800"/>
                    <a:ext cx="914400" cy="457200"/>
                  </a:xfrm>
                  <a:prstGeom prst="rect">
                    <a:avLst/>
                  </a:prstGeom>
                  <a:solidFill>
                    <a:schemeClr val="tx1"/>
                  </a:solidFill>
                  <a:ln w="12700">
                    <a:solidFill>
                      <a:schemeClr val="bg1">
                        <a:lumMod val="8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r>
                      <a:rPr lang="en-US" sz="2400" dirty="0">
                        <a:solidFill>
                          <a:srgbClr val="FFFF00"/>
                        </a:solidFill>
                        <a:latin typeface="MD Thaitype A" panose="00000400000000000000" pitchFamily="2" charset="0"/>
                      </a:rPr>
                      <a:t>72</a:t>
                    </a:r>
                  </a:p>
                </p:txBody>
              </p:sp>
              <p:sp>
                <p:nvSpPr>
                  <p:cNvPr id="228" name="Rectangle 227">
                    <a:extLst>
                      <a:ext uri="{FF2B5EF4-FFF2-40B4-BE49-F238E27FC236}">
                        <a16:creationId xmlns:a16="http://schemas.microsoft.com/office/drawing/2014/main" id="{CDD69344-0281-4AD3-AC1E-26166AD40657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3124200" y="3429000"/>
                    <a:ext cx="914400" cy="457200"/>
                  </a:xfrm>
                  <a:prstGeom prst="rect">
                    <a:avLst/>
                  </a:prstGeom>
                  <a:solidFill>
                    <a:schemeClr val="tx1"/>
                  </a:solidFill>
                  <a:ln w="12700">
                    <a:solidFill>
                      <a:schemeClr val="bg1">
                        <a:lumMod val="8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r>
                      <a:rPr lang="en-US" sz="2400" dirty="0" err="1">
                        <a:solidFill>
                          <a:srgbClr val="FFFF00"/>
                        </a:solidFill>
                        <a:latin typeface="MD Thaitype A" panose="00000400000000000000" pitchFamily="2" charset="0"/>
                      </a:rPr>
                      <a:t>ave</a:t>
                    </a:r>
                    <a:endParaRPr lang="en-US" sz="2400" dirty="0">
                      <a:solidFill>
                        <a:srgbClr val="FFFF00"/>
                      </a:solidFill>
                      <a:latin typeface="MD Thaitype A" panose="00000400000000000000" pitchFamily="2" charset="0"/>
                    </a:endParaRPr>
                  </a:p>
                </p:txBody>
              </p:sp>
              <p:sp>
                <p:nvSpPr>
                  <p:cNvPr id="230" name="Rectangle 229">
                    <a:extLst>
                      <a:ext uri="{FF2B5EF4-FFF2-40B4-BE49-F238E27FC236}">
                        <a16:creationId xmlns:a16="http://schemas.microsoft.com/office/drawing/2014/main" id="{36F99222-CD99-40CD-AF63-F032BA60E7E4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3124200" y="3886200"/>
                    <a:ext cx="914400" cy="457200"/>
                  </a:xfrm>
                  <a:prstGeom prst="rect">
                    <a:avLst/>
                  </a:prstGeom>
                  <a:solidFill>
                    <a:schemeClr val="tx1"/>
                  </a:solidFill>
                  <a:ln w="12700">
                    <a:solidFill>
                      <a:schemeClr val="bg1">
                        <a:lumMod val="8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r>
                      <a:rPr lang="en-US" sz="2400" dirty="0"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  <a:latin typeface="MD Thaitype A" panose="00000400000000000000" pitchFamily="2" charset="0"/>
                      </a:rPr>
                      <a:t>60</a:t>
                    </a:r>
                  </a:p>
                </p:txBody>
              </p:sp>
              <p:sp>
                <p:nvSpPr>
                  <p:cNvPr id="231" name="Rectangle 230">
                    <a:extLst>
                      <a:ext uri="{FF2B5EF4-FFF2-40B4-BE49-F238E27FC236}">
                        <a16:creationId xmlns:a16="http://schemas.microsoft.com/office/drawing/2014/main" id="{8B2CCB17-3AB5-4D75-B298-909AC0887C65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3124200" y="4343400"/>
                    <a:ext cx="914400" cy="457200"/>
                  </a:xfrm>
                  <a:prstGeom prst="rect">
                    <a:avLst/>
                  </a:prstGeom>
                  <a:solidFill>
                    <a:schemeClr val="tx1"/>
                  </a:solidFill>
                  <a:ln w="12700">
                    <a:solidFill>
                      <a:schemeClr val="bg1">
                        <a:lumMod val="8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r>
                      <a:rPr lang="en-US" sz="2400" dirty="0"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  <a:latin typeface="MD Thaitype A" panose="00000400000000000000" pitchFamily="2" charset="0"/>
                      </a:rPr>
                      <a:t>min</a:t>
                    </a:r>
                  </a:p>
                </p:txBody>
              </p:sp>
            </p:grpSp>
            <p:sp>
              <p:nvSpPr>
                <p:cNvPr id="232" name="Rectangle 231">
                  <a:extLst>
                    <a:ext uri="{FF2B5EF4-FFF2-40B4-BE49-F238E27FC236}">
                      <a16:creationId xmlns:a16="http://schemas.microsoft.com/office/drawing/2014/main" id="{58E5D9F8-E44D-44C8-80FD-3018A4EBB5EE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476875" y="2743200"/>
                  <a:ext cx="1371600" cy="457200"/>
                </a:xfrm>
                <a:prstGeom prst="rect">
                  <a:avLst/>
                </a:prstGeom>
                <a:solidFill>
                  <a:schemeClr val="tx1">
                    <a:alpha val="28000"/>
                  </a:schemeClr>
                </a:solidFill>
                <a:ln w="12700"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400" dirty="0">
                      <a:latin typeface="MD Thaitype A" panose="00000400000000000000" pitchFamily="2" charset="0"/>
                    </a:rPr>
                    <a:t>-HOLD-</a:t>
                  </a:r>
                </a:p>
              </p:txBody>
            </p:sp>
          </p:grpSp>
          <p:sp>
            <p:nvSpPr>
              <p:cNvPr id="234" name="TextBox 233">
                <a:extLst>
                  <a:ext uri="{FF2B5EF4-FFF2-40B4-BE49-F238E27FC236}">
                    <a16:creationId xmlns:a16="http://schemas.microsoft.com/office/drawing/2014/main" id="{C6410D12-8475-4E8D-A3EC-A31A538CD938}"/>
                  </a:ext>
                </a:extLst>
              </p:cNvPr>
              <p:cNvSpPr txBox="1"/>
              <p:nvPr/>
            </p:nvSpPr>
            <p:spPr>
              <a:xfrm>
                <a:off x="1496323" y="2926404"/>
                <a:ext cx="1351652" cy="1015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2000" i="1" dirty="0"/>
                  <a:t>Parameter</a:t>
                </a:r>
              </a:p>
              <a:p>
                <a:pPr algn="ctr"/>
                <a:r>
                  <a:rPr lang="en-US" sz="2000" i="1" dirty="0"/>
                  <a:t>labels</a:t>
                </a:r>
              </a:p>
              <a:p>
                <a:pPr algn="ctr"/>
                <a:r>
                  <a:rPr lang="en-US" sz="2000" i="1" dirty="0"/>
                  <a:t> and values</a:t>
                </a:r>
              </a:p>
            </p:txBody>
          </p:sp>
          <p:sp>
            <p:nvSpPr>
              <p:cNvPr id="235" name="TextBox 234">
                <a:extLst>
                  <a:ext uri="{FF2B5EF4-FFF2-40B4-BE49-F238E27FC236}">
                    <a16:creationId xmlns:a16="http://schemas.microsoft.com/office/drawing/2014/main" id="{EEB71904-EEF5-471F-BA73-8E4DED09C2F4}"/>
                  </a:ext>
                </a:extLst>
              </p:cNvPr>
              <p:cNvSpPr txBox="1"/>
              <p:nvPr/>
            </p:nvSpPr>
            <p:spPr>
              <a:xfrm>
                <a:off x="5004642" y="437201"/>
                <a:ext cx="2563715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2000" i="1" dirty="0"/>
                  <a:t>Element array columns</a:t>
                </a:r>
              </a:p>
            </p:txBody>
          </p:sp>
          <p:sp>
            <p:nvSpPr>
              <p:cNvPr id="236" name="TextBox 235">
                <a:extLst>
                  <a:ext uri="{FF2B5EF4-FFF2-40B4-BE49-F238E27FC236}">
                    <a16:creationId xmlns:a16="http://schemas.microsoft.com/office/drawing/2014/main" id="{5766EF43-B231-4FD0-9CFA-9BDD44A280CC}"/>
                  </a:ext>
                </a:extLst>
              </p:cNvPr>
              <p:cNvSpPr txBox="1"/>
              <p:nvPr/>
            </p:nvSpPr>
            <p:spPr>
              <a:xfrm>
                <a:off x="5656670" y="3600449"/>
                <a:ext cx="139301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2000" i="1" dirty="0"/>
                  <a:t>Status label</a:t>
                </a:r>
              </a:p>
            </p:txBody>
          </p:sp>
          <p:sp>
            <p:nvSpPr>
              <p:cNvPr id="12" name="Left Brace 11">
                <a:extLst>
                  <a:ext uri="{FF2B5EF4-FFF2-40B4-BE49-F238E27FC236}">
                    <a16:creationId xmlns:a16="http://schemas.microsoft.com/office/drawing/2014/main" id="{6F19D62D-E1BA-45E0-83AF-D26C663EE701}"/>
                  </a:ext>
                </a:extLst>
              </p:cNvPr>
              <p:cNvSpPr/>
              <p:nvPr/>
            </p:nvSpPr>
            <p:spPr>
              <a:xfrm>
                <a:off x="2794553" y="1619250"/>
                <a:ext cx="432490" cy="3657600"/>
              </a:xfrm>
              <a:prstGeom prst="leftBrac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9" name="TextBox 238">
                <a:extLst>
                  <a:ext uri="{FF2B5EF4-FFF2-40B4-BE49-F238E27FC236}">
                    <a16:creationId xmlns:a16="http://schemas.microsoft.com/office/drawing/2014/main" id="{A53AF956-57B3-42FA-B122-F483D42697C7}"/>
                  </a:ext>
                </a:extLst>
              </p:cNvPr>
              <p:cNvSpPr txBox="1"/>
              <p:nvPr/>
            </p:nvSpPr>
            <p:spPr>
              <a:xfrm>
                <a:off x="8791711" y="2935455"/>
                <a:ext cx="1046569" cy="1015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2000" i="1" dirty="0"/>
                  <a:t>Element</a:t>
                </a:r>
              </a:p>
              <a:p>
                <a:pPr algn="ctr"/>
                <a:r>
                  <a:rPr lang="en-US" sz="2000" i="1" dirty="0"/>
                  <a:t>array</a:t>
                </a:r>
              </a:p>
              <a:p>
                <a:pPr algn="ctr"/>
                <a:r>
                  <a:rPr lang="en-US" sz="2000" i="1" dirty="0"/>
                  <a:t>rows</a:t>
                </a:r>
              </a:p>
            </p:txBody>
          </p:sp>
          <p:sp>
            <p:nvSpPr>
              <p:cNvPr id="240" name="Left Brace 239">
                <a:extLst>
                  <a:ext uri="{FF2B5EF4-FFF2-40B4-BE49-F238E27FC236}">
                    <a16:creationId xmlns:a16="http://schemas.microsoft.com/office/drawing/2014/main" id="{12278A47-CC4C-4FB0-BF0F-80D1D0A9465E}"/>
                  </a:ext>
                </a:extLst>
              </p:cNvPr>
              <p:cNvSpPr/>
              <p:nvPr/>
            </p:nvSpPr>
            <p:spPr>
              <a:xfrm flipH="1">
                <a:off x="8334374" y="1641305"/>
                <a:ext cx="432490" cy="3657600"/>
              </a:xfrm>
              <a:prstGeom prst="leftBrace">
                <a:avLst/>
              </a:prstGeom>
              <a:ln w="38100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1" name="Left Brace 240">
                <a:extLst>
                  <a:ext uri="{FF2B5EF4-FFF2-40B4-BE49-F238E27FC236}">
                    <a16:creationId xmlns:a16="http://schemas.microsoft.com/office/drawing/2014/main" id="{99B94BA6-4CB1-4994-B699-B50ACF7432B5}"/>
                  </a:ext>
                </a:extLst>
              </p:cNvPr>
              <p:cNvSpPr/>
              <p:nvPr/>
            </p:nvSpPr>
            <p:spPr>
              <a:xfrm rot="16200000" flipH="1">
                <a:off x="6070255" y="-660944"/>
                <a:ext cx="432490" cy="3657600"/>
              </a:xfrm>
              <a:prstGeom prst="leftBrace">
                <a:avLst/>
              </a:prstGeom>
              <a:ln w="38100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1E759B16-825F-48A7-9DE2-327E5424763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733999" y="4971036"/>
              <a:ext cx="914400" cy="457200"/>
            </a:xfrm>
            <a:prstGeom prst="rect">
              <a:avLst/>
            </a:prstGeom>
            <a:solidFill>
              <a:schemeClr val="tx1">
                <a:alpha val="28000"/>
              </a:schemeClr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accent5">
                      <a:lumMod val="60000"/>
                      <a:lumOff val="40000"/>
                    </a:schemeClr>
                  </a:solidFill>
                  <a:latin typeface="MD Thaitype A" panose="00000400000000000000" pitchFamily="2" charset="0"/>
                </a:rPr>
                <a:t>60</a:t>
              </a:r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D0B1C64E-D2DE-4BC2-B900-BC028E7C735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978697" y="4971036"/>
              <a:ext cx="1371600" cy="457200"/>
            </a:xfrm>
            <a:prstGeom prst="rect">
              <a:avLst/>
            </a:prstGeom>
            <a:solidFill>
              <a:schemeClr val="tx1">
                <a:alpha val="28000"/>
              </a:schemeClr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tx1"/>
                  </a:solidFill>
                  <a:latin typeface="MD Thaitype A" panose="00000400000000000000" pitchFamily="2" charset="0"/>
                </a:rPr>
                <a:t>-RANGE-</a:t>
              </a:r>
            </a:p>
          </p:txBody>
        </p: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4E8972C3-2AD8-4464-A795-BCDB1FF51B7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680595" y="4971036"/>
              <a:ext cx="914400" cy="457200"/>
            </a:xfrm>
            <a:prstGeom prst="rect">
              <a:avLst/>
            </a:prstGeom>
            <a:solidFill>
              <a:schemeClr val="tx1">
                <a:alpha val="28000"/>
              </a:schemeClr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rgbClr val="FF0000"/>
                  </a:solidFill>
                  <a:latin typeface="MD Thaitype A" panose="00000400000000000000" pitchFamily="2" charset="0"/>
                </a:rPr>
                <a:t>110</a:t>
              </a:r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167E5CDD-555C-4DB9-9E96-84C5192DDD65}"/>
                </a:ext>
              </a:extLst>
            </p:cNvPr>
            <p:cNvSpPr txBox="1"/>
            <p:nvPr/>
          </p:nvSpPr>
          <p:spPr>
            <a:xfrm>
              <a:off x="8778333" y="5528257"/>
              <a:ext cx="1930720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i="1" dirty="0"/>
                <a:t>Histogram labels</a:t>
              </a:r>
            </a:p>
            <a:p>
              <a:pPr algn="ctr"/>
              <a:r>
                <a:rPr lang="en-US" sz="2000" i="1" dirty="0"/>
                <a:t>and values</a:t>
              </a:r>
            </a:p>
          </p:txBody>
        </p: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A263C322-5D64-487C-9B3B-3973B0101C49}"/>
                </a:ext>
              </a:extLst>
            </p:cNvPr>
            <p:cNvCxnSpPr>
              <a:cxnSpLocks/>
              <a:stCxn id="91" idx="1"/>
              <a:endCxn id="89" idx="2"/>
            </p:cNvCxnSpPr>
            <p:nvPr/>
          </p:nvCxnSpPr>
          <p:spPr>
            <a:xfrm flipH="1" flipV="1">
              <a:off x="6664497" y="5428236"/>
              <a:ext cx="2113836" cy="453964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49" name="Straight Arrow Connector 48">
              <a:extLst>
                <a:ext uri="{FF2B5EF4-FFF2-40B4-BE49-F238E27FC236}">
                  <a16:creationId xmlns:a16="http://schemas.microsoft.com/office/drawing/2014/main" id="{0D0B0C6C-B307-4870-AAFC-3A79F9B25079}"/>
                </a:ext>
              </a:extLst>
            </p:cNvPr>
            <p:cNvCxnSpPr>
              <a:stCxn id="91" idx="1"/>
              <a:endCxn id="88" idx="2"/>
            </p:cNvCxnSpPr>
            <p:nvPr/>
          </p:nvCxnSpPr>
          <p:spPr>
            <a:xfrm flipH="1" flipV="1">
              <a:off x="5191199" y="5428236"/>
              <a:ext cx="3587134" cy="453964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76" name="Straight Arrow Connector 75">
              <a:extLst>
                <a:ext uri="{FF2B5EF4-FFF2-40B4-BE49-F238E27FC236}">
                  <a16:creationId xmlns:a16="http://schemas.microsoft.com/office/drawing/2014/main" id="{8BF57473-673C-4A70-9A70-6BF5FE5473EE}"/>
                </a:ext>
              </a:extLst>
            </p:cNvPr>
            <p:cNvCxnSpPr>
              <a:stCxn id="91" idx="1"/>
              <a:endCxn id="90" idx="2"/>
            </p:cNvCxnSpPr>
            <p:nvPr/>
          </p:nvCxnSpPr>
          <p:spPr>
            <a:xfrm flipH="1" flipV="1">
              <a:off x="8137795" y="5428236"/>
              <a:ext cx="640538" cy="453964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7887595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Group 39">
            <a:extLst>
              <a:ext uri="{FF2B5EF4-FFF2-40B4-BE49-F238E27FC236}">
                <a16:creationId xmlns:a16="http://schemas.microsoft.com/office/drawing/2014/main" id="{8FC3756E-9986-4400-9AB7-53AD40D44209}"/>
              </a:ext>
            </a:extLst>
          </p:cNvPr>
          <p:cNvGrpSpPr/>
          <p:nvPr/>
        </p:nvGrpSpPr>
        <p:grpSpPr>
          <a:xfrm>
            <a:off x="3728200" y="607160"/>
            <a:ext cx="4962524" cy="3971925"/>
            <a:chOff x="3760250" y="1554514"/>
            <a:chExt cx="4962524" cy="3971925"/>
          </a:xfrm>
          <a:scene3d>
            <a:camera prst="perspectiveContrastingLeftFacing"/>
            <a:lightRig rig="threePt" dir="t"/>
          </a:scene3d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BCC39CC8-76E1-497D-B69D-8998019F689D}"/>
                </a:ext>
              </a:extLst>
            </p:cNvPr>
            <p:cNvGrpSpPr/>
            <p:nvPr/>
          </p:nvGrpSpPr>
          <p:grpSpPr>
            <a:xfrm>
              <a:off x="3760250" y="1554514"/>
              <a:ext cx="4962524" cy="3971925"/>
              <a:chOff x="3733873" y="1572099"/>
              <a:chExt cx="4962524" cy="3971925"/>
            </a:xfrm>
          </p:grpSpPr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6111B610-A8A1-4637-B278-C02DC2571558}"/>
                  </a:ext>
                </a:extLst>
              </p:cNvPr>
              <p:cNvGrpSpPr/>
              <p:nvPr/>
            </p:nvGrpSpPr>
            <p:grpSpPr>
              <a:xfrm>
                <a:off x="3733873" y="1572099"/>
                <a:ext cx="4962524" cy="3971925"/>
                <a:chOff x="3305175" y="1457325"/>
                <a:chExt cx="4962524" cy="3971925"/>
              </a:xfrm>
            </p:grpSpPr>
            <p:grpSp>
              <p:nvGrpSpPr>
                <p:cNvPr id="3" name="Group 2">
                  <a:extLst>
                    <a:ext uri="{FF2B5EF4-FFF2-40B4-BE49-F238E27FC236}">
                      <a16:creationId xmlns:a16="http://schemas.microsoft.com/office/drawing/2014/main" id="{379A8574-6E48-46ED-923C-F2D64DC137B4}"/>
                    </a:ext>
                  </a:extLst>
                </p:cNvPr>
                <p:cNvGrpSpPr/>
                <p:nvPr/>
              </p:nvGrpSpPr>
              <p:grpSpPr>
                <a:xfrm>
                  <a:off x="3305175" y="1457325"/>
                  <a:ext cx="4962524" cy="3971925"/>
                  <a:chOff x="3114675" y="981075"/>
                  <a:chExt cx="4962524" cy="3971925"/>
                </a:xfrm>
              </p:grpSpPr>
              <p:sp>
                <p:nvSpPr>
                  <p:cNvPr id="233" name="Rectangle 232">
                    <a:extLst>
                      <a:ext uri="{FF2B5EF4-FFF2-40B4-BE49-F238E27FC236}">
                        <a16:creationId xmlns:a16="http://schemas.microsoft.com/office/drawing/2014/main" id="{4EF2F75D-B37A-4561-A8D5-AB1DADBAED26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3114675" y="981075"/>
                    <a:ext cx="4962524" cy="3971925"/>
                  </a:xfrm>
                  <a:prstGeom prst="rect">
                    <a:avLst/>
                  </a:prstGeom>
                  <a:solidFill>
                    <a:schemeClr val="tx1"/>
                  </a:solidFill>
                  <a:ln w="25400">
                    <a:solidFill>
                      <a:schemeClr val="bg1">
                        <a:lumMod val="85000"/>
                      </a:schemeClr>
                    </a:solidFill>
                  </a:ln>
                  <a:effectLst>
                    <a:outerShdw blurRad="76200" dir="18900000" sy="23000" kx="-1200000" algn="bl" rotWithShape="0">
                      <a:prstClr val="black">
                        <a:alpha val="20000"/>
                      </a:prstClr>
                    </a:outerShdw>
                  </a:effectLst>
                  <a:sp3d z="-12700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endParaRPr lang="en-US" sz="1600" b="1" dirty="0"/>
                  </a:p>
                </p:txBody>
              </p:sp>
              <p:grpSp>
                <p:nvGrpSpPr>
                  <p:cNvPr id="153" name="Group 152">
                    <a:extLst>
                      <a:ext uri="{FF2B5EF4-FFF2-40B4-BE49-F238E27FC236}">
                        <a16:creationId xmlns:a16="http://schemas.microsoft.com/office/drawing/2014/main" id="{1BD13118-18DF-4233-ACBD-C34995B15105}"/>
                      </a:ext>
                    </a:extLst>
                  </p:cNvPr>
                  <p:cNvGrpSpPr/>
                  <p:nvPr/>
                </p:nvGrpSpPr>
                <p:grpSpPr>
                  <a:xfrm>
                    <a:off x="4267200" y="1143000"/>
                    <a:ext cx="3657600" cy="3657600"/>
                    <a:chOff x="1652912" y="1600200"/>
                    <a:chExt cx="3657600" cy="3657600"/>
                  </a:xfrm>
                </p:grpSpPr>
                <p:sp>
                  <p:nvSpPr>
                    <p:cNvPr id="4" name="Rectangle 3">
                      <a:extLst>
                        <a:ext uri="{FF2B5EF4-FFF2-40B4-BE49-F238E27FC236}">
                          <a16:creationId xmlns:a16="http://schemas.microsoft.com/office/drawing/2014/main" id="{B47B4E46-CB89-454A-B3AF-07FBD29AE354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1652912" y="1600200"/>
                      <a:ext cx="457200" cy="457200"/>
                    </a:xfrm>
                    <a:prstGeom prst="rect">
                      <a:avLst/>
                    </a:prstGeom>
                    <a:solidFill>
                      <a:schemeClr val="accent5">
                        <a:lumMod val="75000"/>
                      </a:schemeClr>
                    </a:solidFill>
                    <a:ln w="12700">
                      <a:solidFill>
                        <a:schemeClr val="accent5">
                          <a:lumMod val="40000"/>
                          <a:lumOff val="6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400" dirty="0"/>
                    </a:p>
                  </p:txBody>
                </p:sp>
                <p:sp>
                  <p:nvSpPr>
                    <p:cNvPr id="5" name="Rectangle 4">
                      <a:extLst>
                        <a:ext uri="{FF2B5EF4-FFF2-40B4-BE49-F238E27FC236}">
                          <a16:creationId xmlns:a16="http://schemas.microsoft.com/office/drawing/2014/main" id="{54D66DD8-4A17-4BA7-A672-22A1D98C0269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1652912" y="2057400"/>
                      <a:ext cx="457200" cy="457200"/>
                    </a:xfrm>
                    <a:prstGeom prst="rect">
                      <a:avLst/>
                    </a:prstGeom>
                    <a:solidFill>
                      <a:schemeClr val="accent5">
                        <a:lumMod val="75000"/>
                      </a:schemeClr>
                    </a:solidFill>
                    <a:ln w="12700">
                      <a:solidFill>
                        <a:schemeClr val="accent5">
                          <a:lumMod val="40000"/>
                          <a:lumOff val="60000"/>
                        </a:schemeClr>
                      </a:solidFill>
                    </a:ln>
                    <a:sp3d z="101600"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400" dirty="0"/>
                    </a:p>
                  </p:txBody>
                </p:sp>
                <p:sp>
                  <p:nvSpPr>
                    <p:cNvPr id="6" name="Rectangle 5">
                      <a:extLst>
                        <a:ext uri="{FF2B5EF4-FFF2-40B4-BE49-F238E27FC236}">
                          <a16:creationId xmlns:a16="http://schemas.microsoft.com/office/drawing/2014/main" id="{BECC4F42-B945-43EA-93BE-960F338E660A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1652912" y="2514600"/>
                      <a:ext cx="457200" cy="457200"/>
                    </a:xfrm>
                    <a:prstGeom prst="rect">
                      <a:avLst/>
                    </a:prstGeom>
                    <a:solidFill>
                      <a:schemeClr val="accent5">
                        <a:lumMod val="75000"/>
                      </a:schemeClr>
                    </a:solidFill>
                    <a:ln w="12700">
                      <a:solidFill>
                        <a:schemeClr val="accent5">
                          <a:lumMod val="40000"/>
                          <a:lumOff val="60000"/>
                        </a:schemeClr>
                      </a:solidFill>
                    </a:ln>
                    <a:sp3d z="203200"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400" dirty="0"/>
                    </a:p>
                  </p:txBody>
                </p:sp>
                <p:sp>
                  <p:nvSpPr>
                    <p:cNvPr id="7" name="Rectangle 6">
                      <a:extLst>
                        <a:ext uri="{FF2B5EF4-FFF2-40B4-BE49-F238E27FC236}">
                          <a16:creationId xmlns:a16="http://schemas.microsoft.com/office/drawing/2014/main" id="{5CD7A697-622C-419C-B799-26A6858B85E2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1652912" y="2971800"/>
                      <a:ext cx="457200" cy="457200"/>
                    </a:xfrm>
                    <a:prstGeom prst="rect">
                      <a:avLst/>
                    </a:prstGeom>
                    <a:solidFill>
                      <a:schemeClr val="accent5">
                        <a:lumMod val="75000"/>
                      </a:schemeClr>
                    </a:solidFill>
                    <a:ln w="12700">
                      <a:solidFill>
                        <a:schemeClr val="accent5">
                          <a:lumMod val="40000"/>
                          <a:lumOff val="60000"/>
                        </a:schemeClr>
                      </a:solidFill>
                    </a:ln>
                    <a:sp3d z="304800"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400" dirty="0"/>
                    </a:p>
                  </p:txBody>
                </p:sp>
                <p:sp>
                  <p:nvSpPr>
                    <p:cNvPr id="8" name="Rectangle 7">
                      <a:extLst>
                        <a:ext uri="{FF2B5EF4-FFF2-40B4-BE49-F238E27FC236}">
                          <a16:creationId xmlns:a16="http://schemas.microsoft.com/office/drawing/2014/main" id="{A4759DDA-E73E-4387-8ACB-7BF783016CF5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1652912" y="3429000"/>
                      <a:ext cx="457200" cy="457200"/>
                    </a:xfrm>
                    <a:prstGeom prst="rect">
                      <a:avLst/>
                    </a:prstGeom>
                    <a:solidFill>
                      <a:schemeClr val="accent5">
                        <a:lumMod val="75000"/>
                      </a:schemeClr>
                    </a:solidFill>
                    <a:ln w="12700">
                      <a:solidFill>
                        <a:schemeClr val="accent5">
                          <a:lumMod val="40000"/>
                          <a:lumOff val="60000"/>
                        </a:schemeClr>
                      </a:solidFill>
                    </a:ln>
                    <a:sp3d z="406400"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400" dirty="0"/>
                    </a:p>
                  </p:txBody>
                </p:sp>
                <p:sp>
                  <p:nvSpPr>
                    <p:cNvPr id="9" name="Rectangle 8">
                      <a:extLst>
                        <a:ext uri="{FF2B5EF4-FFF2-40B4-BE49-F238E27FC236}">
                          <a16:creationId xmlns:a16="http://schemas.microsoft.com/office/drawing/2014/main" id="{22AC7BDB-60A5-4182-9E07-4D8660303AB6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1652912" y="3886200"/>
                      <a:ext cx="457200" cy="457200"/>
                    </a:xfrm>
                    <a:prstGeom prst="rect">
                      <a:avLst/>
                    </a:prstGeom>
                    <a:solidFill>
                      <a:schemeClr val="accent5">
                        <a:lumMod val="75000"/>
                      </a:schemeClr>
                    </a:solidFill>
                    <a:ln w="12700">
                      <a:solidFill>
                        <a:schemeClr val="accent5">
                          <a:lumMod val="40000"/>
                          <a:lumOff val="60000"/>
                        </a:schemeClr>
                      </a:solidFill>
                    </a:ln>
                    <a:sp3d z="508000"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400" dirty="0"/>
                    </a:p>
                  </p:txBody>
                </p:sp>
                <p:sp>
                  <p:nvSpPr>
                    <p:cNvPr id="10" name="Rectangle 9">
                      <a:extLst>
                        <a:ext uri="{FF2B5EF4-FFF2-40B4-BE49-F238E27FC236}">
                          <a16:creationId xmlns:a16="http://schemas.microsoft.com/office/drawing/2014/main" id="{58F8881F-427F-4FD1-9A71-3C3546AD39BF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1652912" y="4343400"/>
                      <a:ext cx="457200" cy="457200"/>
                    </a:xfrm>
                    <a:prstGeom prst="rect">
                      <a:avLst/>
                    </a:prstGeom>
                    <a:solidFill>
                      <a:schemeClr val="accent5">
                        <a:lumMod val="75000"/>
                      </a:schemeClr>
                    </a:solidFill>
                    <a:ln w="12700">
                      <a:solidFill>
                        <a:schemeClr val="accent5">
                          <a:lumMod val="40000"/>
                          <a:lumOff val="60000"/>
                        </a:schemeClr>
                      </a:solidFill>
                    </a:ln>
                    <a:sp3d z="609600"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400" dirty="0"/>
                    </a:p>
                  </p:txBody>
                </p:sp>
                <p:sp>
                  <p:nvSpPr>
                    <p:cNvPr id="11" name="Rectangle 10">
                      <a:extLst>
                        <a:ext uri="{FF2B5EF4-FFF2-40B4-BE49-F238E27FC236}">
                          <a16:creationId xmlns:a16="http://schemas.microsoft.com/office/drawing/2014/main" id="{1D0A510D-CC8A-4E47-B0FC-3CB857546E9C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1652912" y="4800600"/>
                      <a:ext cx="457200" cy="457200"/>
                    </a:xfrm>
                    <a:prstGeom prst="rect">
                      <a:avLst/>
                    </a:prstGeom>
                    <a:solidFill>
                      <a:schemeClr val="accent5">
                        <a:lumMod val="75000"/>
                      </a:schemeClr>
                    </a:solidFill>
                    <a:ln w="12700">
                      <a:solidFill>
                        <a:schemeClr val="accent5">
                          <a:lumMod val="40000"/>
                          <a:lumOff val="60000"/>
                        </a:schemeClr>
                      </a:solidFill>
                    </a:ln>
                    <a:sp3d z="711200"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400" dirty="0"/>
                    </a:p>
                  </p:txBody>
                </p:sp>
                <p:sp>
                  <p:nvSpPr>
                    <p:cNvPr id="14" name="Rectangle 13">
                      <a:extLst>
                        <a:ext uri="{FF2B5EF4-FFF2-40B4-BE49-F238E27FC236}">
                          <a16:creationId xmlns:a16="http://schemas.microsoft.com/office/drawing/2014/main" id="{1595ECBF-73C4-4C8A-BA4F-B27ABFA113CF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110112" y="1600200"/>
                      <a:ext cx="457200" cy="457200"/>
                    </a:xfrm>
                    <a:prstGeom prst="rect">
                      <a:avLst/>
                    </a:prstGeom>
                    <a:solidFill>
                      <a:schemeClr val="accent5">
                        <a:lumMod val="75000"/>
                      </a:schemeClr>
                    </a:solidFill>
                    <a:ln w="12700">
                      <a:solidFill>
                        <a:schemeClr val="accent5">
                          <a:lumMod val="40000"/>
                          <a:lumOff val="60000"/>
                        </a:schemeClr>
                      </a:solidFill>
                    </a:ln>
                    <a:sp3d z="12700"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400" dirty="0"/>
                    </a:p>
                  </p:txBody>
                </p:sp>
                <p:sp>
                  <p:nvSpPr>
                    <p:cNvPr id="15" name="Rectangle 14">
                      <a:extLst>
                        <a:ext uri="{FF2B5EF4-FFF2-40B4-BE49-F238E27FC236}">
                          <a16:creationId xmlns:a16="http://schemas.microsoft.com/office/drawing/2014/main" id="{EA2ADB09-B37F-4C06-A264-D79B91F6896D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110112" y="2057400"/>
                      <a:ext cx="457200" cy="457200"/>
                    </a:xfrm>
                    <a:prstGeom prst="rect">
                      <a:avLst/>
                    </a:prstGeom>
                    <a:solidFill>
                      <a:schemeClr val="accent5">
                        <a:lumMod val="75000"/>
                      </a:schemeClr>
                    </a:solidFill>
                    <a:ln w="12700">
                      <a:solidFill>
                        <a:schemeClr val="accent5">
                          <a:lumMod val="40000"/>
                          <a:lumOff val="60000"/>
                        </a:schemeClr>
                      </a:solidFill>
                    </a:ln>
                    <a:sp3d z="114300"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400" dirty="0"/>
                    </a:p>
                  </p:txBody>
                </p:sp>
                <p:sp>
                  <p:nvSpPr>
                    <p:cNvPr id="16" name="Rectangle 15">
                      <a:extLst>
                        <a:ext uri="{FF2B5EF4-FFF2-40B4-BE49-F238E27FC236}">
                          <a16:creationId xmlns:a16="http://schemas.microsoft.com/office/drawing/2014/main" id="{8CB4C094-E8B2-41C1-8044-86F3C7C463AA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110112" y="2514600"/>
                      <a:ext cx="457200" cy="457200"/>
                    </a:xfrm>
                    <a:prstGeom prst="rect">
                      <a:avLst/>
                    </a:prstGeom>
                    <a:solidFill>
                      <a:schemeClr val="accent5">
                        <a:lumMod val="75000"/>
                      </a:schemeClr>
                    </a:solidFill>
                    <a:ln w="12700">
                      <a:solidFill>
                        <a:schemeClr val="accent5">
                          <a:lumMod val="40000"/>
                          <a:lumOff val="60000"/>
                        </a:schemeClr>
                      </a:solidFill>
                    </a:ln>
                    <a:sp3d z="215900"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400" dirty="0"/>
                    </a:p>
                  </p:txBody>
                </p:sp>
                <p:sp>
                  <p:nvSpPr>
                    <p:cNvPr id="17" name="Rectangle 16">
                      <a:extLst>
                        <a:ext uri="{FF2B5EF4-FFF2-40B4-BE49-F238E27FC236}">
                          <a16:creationId xmlns:a16="http://schemas.microsoft.com/office/drawing/2014/main" id="{C87D8CC3-F6D3-4E2A-9566-85526A1F56A5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110112" y="2971800"/>
                      <a:ext cx="457200" cy="457200"/>
                    </a:xfrm>
                    <a:prstGeom prst="rect">
                      <a:avLst/>
                    </a:prstGeom>
                    <a:solidFill>
                      <a:schemeClr val="accent5">
                        <a:lumMod val="75000"/>
                      </a:schemeClr>
                    </a:solidFill>
                    <a:ln w="12700">
                      <a:solidFill>
                        <a:schemeClr val="accent5">
                          <a:lumMod val="40000"/>
                          <a:lumOff val="60000"/>
                        </a:schemeClr>
                      </a:solidFill>
                    </a:ln>
                    <a:sp3d z="317500"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400" dirty="0"/>
                    </a:p>
                  </p:txBody>
                </p:sp>
                <p:sp>
                  <p:nvSpPr>
                    <p:cNvPr id="18" name="Rectangle 17">
                      <a:extLst>
                        <a:ext uri="{FF2B5EF4-FFF2-40B4-BE49-F238E27FC236}">
                          <a16:creationId xmlns:a16="http://schemas.microsoft.com/office/drawing/2014/main" id="{CF4912C9-68B1-479F-BFB9-CCCBFDA1A603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110112" y="3429000"/>
                      <a:ext cx="457200" cy="457200"/>
                    </a:xfrm>
                    <a:prstGeom prst="rect">
                      <a:avLst/>
                    </a:prstGeom>
                    <a:solidFill>
                      <a:schemeClr val="accent5">
                        <a:lumMod val="75000"/>
                      </a:schemeClr>
                    </a:solidFill>
                    <a:ln w="12700">
                      <a:solidFill>
                        <a:schemeClr val="accent5">
                          <a:lumMod val="40000"/>
                          <a:lumOff val="60000"/>
                        </a:schemeClr>
                      </a:solidFill>
                    </a:ln>
                    <a:sp3d z="419100"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400" dirty="0"/>
                    </a:p>
                  </p:txBody>
                </p:sp>
                <p:sp>
                  <p:nvSpPr>
                    <p:cNvPr id="19" name="Rectangle 18">
                      <a:extLst>
                        <a:ext uri="{FF2B5EF4-FFF2-40B4-BE49-F238E27FC236}">
                          <a16:creationId xmlns:a16="http://schemas.microsoft.com/office/drawing/2014/main" id="{92B979C1-ACAD-4078-9105-B8569D282929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110112" y="3886200"/>
                      <a:ext cx="457200" cy="457200"/>
                    </a:xfrm>
                    <a:prstGeom prst="rect">
                      <a:avLst/>
                    </a:prstGeom>
                    <a:solidFill>
                      <a:schemeClr val="accent5">
                        <a:lumMod val="75000"/>
                      </a:schemeClr>
                    </a:solidFill>
                    <a:ln w="12700">
                      <a:solidFill>
                        <a:schemeClr val="accent5">
                          <a:lumMod val="40000"/>
                          <a:lumOff val="60000"/>
                        </a:schemeClr>
                      </a:solidFill>
                    </a:ln>
                    <a:sp3d z="520700"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400" dirty="0"/>
                    </a:p>
                  </p:txBody>
                </p:sp>
                <p:sp>
                  <p:nvSpPr>
                    <p:cNvPr id="20" name="Rectangle 19">
                      <a:extLst>
                        <a:ext uri="{FF2B5EF4-FFF2-40B4-BE49-F238E27FC236}">
                          <a16:creationId xmlns:a16="http://schemas.microsoft.com/office/drawing/2014/main" id="{3D049480-999B-4BF6-9B06-5A8D0EA50B74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110112" y="4343400"/>
                      <a:ext cx="457200" cy="457200"/>
                    </a:xfrm>
                    <a:prstGeom prst="rect">
                      <a:avLst/>
                    </a:prstGeom>
                    <a:solidFill>
                      <a:schemeClr val="accent5">
                        <a:lumMod val="75000"/>
                      </a:schemeClr>
                    </a:solidFill>
                    <a:ln w="12700">
                      <a:solidFill>
                        <a:schemeClr val="accent5">
                          <a:lumMod val="40000"/>
                          <a:lumOff val="60000"/>
                        </a:schemeClr>
                      </a:solidFill>
                    </a:ln>
                    <a:sp3d z="622300"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400" dirty="0"/>
                    </a:p>
                  </p:txBody>
                </p:sp>
                <p:sp>
                  <p:nvSpPr>
                    <p:cNvPr id="21" name="Rectangle 20">
                      <a:extLst>
                        <a:ext uri="{FF2B5EF4-FFF2-40B4-BE49-F238E27FC236}">
                          <a16:creationId xmlns:a16="http://schemas.microsoft.com/office/drawing/2014/main" id="{E884572B-7114-40EC-8495-A5451535C814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110112" y="4800600"/>
                      <a:ext cx="457200" cy="457200"/>
                    </a:xfrm>
                    <a:prstGeom prst="rect">
                      <a:avLst/>
                    </a:prstGeom>
                    <a:solidFill>
                      <a:schemeClr val="accent5">
                        <a:lumMod val="75000"/>
                      </a:schemeClr>
                    </a:solidFill>
                    <a:ln w="12700">
                      <a:solidFill>
                        <a:schemeClr val="accent5">
                          <a:lumMod val="40000"/>
                          <a:lumOff val="60000"/>
                        </a:schemeClr>
                      </a:solidFill>
                    </a:ln>
                    <a:sp3d z="723900"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400" dirty="0"/>
                    </a:p>
                  </p:txBody>
                </p:sp>
                <p:sp>
                  <p:nvSpPr>
                    <p:cNvPr id="23" name="Rectangle 22">
                      <a:extLst>
                        <a:ext uri="{FF2B5EF4-FFF2-40B4-BE49-F238E27FC236}">
                          <a16:creationId xmlns:a16="http://schemas.microsoft.com/office/drawing/2014/main" id="{1FFBDE58-9E06-4960-989C-EFD3D24D54AC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567312" y="1600200"/>
                      <a:ext cx="457200" cy="457200"/>
                    </a:xfrm>
                    <a:prstGeom prst="rect">
                      <a:avLst/>
                    </a:prstGeom>
                    <a:solidFill>
                      <a:schemeClr val="accent5">
                        <a:lumMod val="75000"/>
                      </a:schemeClr>
                    </a:solidFill>
                    <a:ln w="12700">
                      <a:solidFill>
                        <a:schemeClr val="accent5">
                          <a:lumMod val="40000"/>
                          <a:lumOff val="60000"/>
                        </a:schemeClr>
                      </a:solidFill>
                    </a:ln>
                    <a:sp3d z="25400"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400" dirty="0"/>
                    </a:p>
                  </p:txBody>
                </p:sp>
                <p:sp>
                  <p:nvSpPr>
                    <p:cNvPr id="24" name="Rectangle 23">
                      <a:extLst>
                        <a:ext uri="{FF2B5EF4-FFF2-40B4-BE49-F238E27FC236}">
                          <a16:creationId xmlns:a16="http://schemas.microsoft.com/office/drawing/2014/main" id="{7E2A6029-3FA7-4947-AF43-A38A16542A4B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567312" y="2057400"/>
                      <a:ext cx="457200" cy="457200"/>
                    </a:xfrm>
                    <a:prstGeom prst="rect">
                      <a:avLst/>
                    </a:prstGeom>
                    <a:solidFill>
                      <a:schemeClr val="accent5">
                        <a:lumMod val="75000"/>
                      </a:schemeClr>
                    </a:solidFill>
                    <a:ln w="12700">
                      <a:solidFill>
                        <a:schemeClr val="accent5">
                          <a:lumMod val="40000"/>
                          <a:lumOff val="60000"/>
                        </a:schemeClr>
                      </a:solidFill>
                    </a:ln>
                    <a:sp3d z="127000"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400" dirty="0"/>
                    </a:p>
                  </p:txBody>
                </p:sp>
                <p:sp>
                  <p:nvSpPr>
                    <p:cNvPr id="25" name="Rectangle 24">
                      <a:extLst>
                        <a:ext uri="{FF2B5EF4-FFF2-40B4-BE49-F238E27FC236}">
                          <a16:creationId xmlns:a16="http://schemas.microsoft.com/office/drawing/2014/main" id="{6CD460B0-46A2-4964-9C34-4F63EA199417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567312" y="2514600"/>
                      <a:ext cx="457200" cy="457200"/>
                    </a:xfrm>
                    <a:prstGeom prst="rect">
                      <a:avLst/>
                    </a:prstGeom>
                    <a:solidFill>
                      <a:schemeClr val="accent5">
                        <a:lumMod val="75000"/>
                      </a:schemeClr>
                    </a:solidFill>
                    <a:ln w="12700">
                      <a:solidFill>
                        <a:schemeClr val="accent5">
                          <a:lumMod val="40000"/>
                          <a:lumOff val="60000"/>
                        </a:schemeClr>
                      </a:solidFill>
                    </a:ln>
                    <a:sp3d z="228600"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400" dirty="0"/>
                    </a:p>
                  </p:txBody>
                </p:sp>
                <p:sp>
                  <p:nvSpPr>
                    <p:cNvPr id="26" name="Rectangle 25">
                      <a:extLst>
                        <a:ext uri="{FF2B5EF4-FFF2-40B4-BE49-F238E27FC236}">
                          <a16:creationId xmlns:a16="http://schemas.microsoft.com/office/drawing/2014/main" id="{2DDFBFAD-670A-4748-A94D-1E64E80B15A6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567312" y="2971800"/>
                      <a:ext cx="457200" cy="457200"/>
                    </a:xfrm>
                    <a:prstGeom prst="rect">
                      <a:avLst/>
                    </a:prstGeom>
                    <a:solidFill>
                      <a:schemeClr val="accent5">
                        <a:lumMod val="75000"/>
                      </a:schemeClr>
                    </a:solidFill>
                    <a:ln w="12700">
                      <a:solidFill>
                        <a:schemeClr val="accent5">
                          <a:lumMod val="40000"/>
                          <a:lumOff val="60000"/>
                        </a:schemeClr>
                      </a:solidFill>
                    </a:ln>
                    <a:sp3d z="330200"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400" dirty="0"/>
                    </a:p>
                  </p:txBody>
                </p:sp>
                <p:sp>
                  <p:nvSpPr>
                    <p:cNvPr id="27" name="Rectangle 26">
                      <a:extLst>
                        <a:ext uri="{FF2B5EF4-FFF2-40B4-BE49-F238E27FC236}">
                          <a16:creationId xmlns:a16="http://schemas.microsoft.com/office/drawing/2014/main" id="{B06B4D85-197E-440D-B794-96A8B0321822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567312" y="3429000"/>
                      <a:ext cx="457200" cy="457200"/>
                    </a:xfrm>
                    <a:prstGeom prst="rect">
                      <a:avLst/>
                    </a:prstGeom>
                    <a:solidFill>
                      <a:srgbClr val="FFC000"/>
                    </a:solidFill>
                    <a:ln w="12700">
                      <a:solidFill>
                        <a:schemeClr val="accent5">
                          <a:lumMod val="40000"/>
                          <a:lumOff val="60000"/>
                        </a:schemeClr>
                      </a:solidFill>
                    </a:ln>
                    <a:sp3d z="431800"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400" dirty="0">
                        <a:solidFill>
                          <a:schemeClr val="accent5">
                            <a:lumMod val="75000"/>
                          </a:schemeClr>
                        </a:solidFill>
                      </a:endParaRPr>
                    </a:p>
                  </p:txBody>
                </p:sp>
                <p:sp>
                  <p:nvSpPr>
                    <p:cNvPr id="28" name="Rectangle 27">
                      <a:extLst>
                        <a:ext uri="{FF2B5EF4-FFF2-40B4-BE49-F238E27FC236}">
                          <a16:creationId xmlns:a16="http://schemas.microsoft.com/office/drawing/2014/main" id="{455BF368-B718-48E9-884D-B3383E52FE70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567312" y="3886200"/>
                      <a:ext cx="457200" cy="457200"/>
                    </a:xfrm>
                    <a:prstGeom prst="rect">
                      <a:avLst/>
                    </a:prstGeom>
                    <a:solidFill>
                      <a:schemeClr val="accent5">
                        <a:lumMod val="75000"/>
                      </a:schemeClr>
                    </a:solidFill>
                    <a:ln w="12700">
                      <a:solidFill>
                        <a:schemeClr val="accent5">
                          <a:lumMod val="40000"/>
                          <a:lumOff val="60000"/>
                        </a:schemeClr>
                      </a:solidFill>
                    </a:ln>
                    <a:sp3d z="533400"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400" dirty="0"/>
                    </a:p>
                  </p:txBody>
                </p:sp>
                <p:sp>
                  <p:nvSpPr>
                    <p:cNvPr id="29" name="Rectangle 28">
                      <a:extLst>
                        <a:ext uri="{FF2B5EF4-FFF2-40B4-BE49-F238E27FC236}">
                          <a16:creationId xmlns:a16="http://schemas.microsoft.com/office/drawing/2014/main" id="{0C9D531D-0832-4F71-86C7-BF8E3BF237F2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567312" y="4343400"/>
                      <a:ext cx="457200" cy="457200"/>
                    </a:xfrm>
                    <a:prstGeom prst="rect">
                      <a:avLst/>
                    </a:prstGeom>
                    <a:solidFill>
                      <a:schemeClr val="accent5">
                        <a:lumMod val="75000"/>
                      </a:schemeClr>
                    </a:solidFill>
                    <a:ln w="12700">
                      <a:solidFill>
                        <a:schemeClr val="accent5">
                          <a:lumMod val="40000"/>
                          <a:lumOff val="60000"/>
                        </a:schemeClr>
                      </a:solidFill>
                    </a:ln>
                    <a:sp3d z="635000"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400" dirty="0"/>
                    </a:p>
                  </p:txBody>
                </p:sp>
                <p:sp>
                  <p:nvSpPr>
                    <p:cNvPr id="30" name="Rectangle 29">
                      <a:extLst>
                        <a:ext uri="{FF2B5EF4-FFF2-40B4-BE49-F238E27FC236}">
                          <a16:creationId xmlns:a16="http://schemas.microsoft.com/office/drawing/2014/main" id="{FEBC9BF6-B4EB-45D0-B67A-175E79F6DEE3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567312" y="4800600"/>
                      <a:ext cx="457200" cy="457200"/>
                    </a:xfrm>
                    <a:prstGeom prst="rect">
                      <a:avLst/>
                    </a:prstGeom>
                    <a:solidFill>
                      <a:schemeClr val="accent5">
                        <a:lumMod val="75000"/>
                      </a:schemeClr>
                    </a:solidFill>
                    <a:ln w="12700">
                      <a:solidFill>
                        <a:schemeClr val="accent5">
                          <a:lumMod val="40000"/>
                          <a:lumOff val="60000"/>
                        </a:schemeClr>
                      </a:solidFill>
                    </a:ln>
                    <a:sp3d z="736600"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400" dirty="0"/>
                    </a:p>
                  </p:txBody>
                </p:sp>
                <p:sp>
                  <p:nvSpPr>
                    <p:cNvPr id="32" name="Rectangle 31">
                      <a:extLst>
                        <a:ext uri="{FF2B5EF4-FFF2-40B4-BE49-F238E27FC236}">
                          <a16:creationId xmlns:a16="http://schemas.microsoft.com/office/drawing/2014/main" id="{C50A880D-0491-42A2-8F0F-F7B39FF12917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3024512" y="1600200"/>
                      <a:ext cx="457200" cy="457200"/>
                    </a:xfrm>
                    <a:prstGeom prst="rect">
                      <a:avLst/>
                    </a:prstGeom>
                    <a:solidFill>
                      <a:schemeClr val="accent5">
                        <a:lumMod val="75000"/>
                      </a:schemeClr>
                    </a:solidFill>
                    <a:ln w="12700">
                      <a:solidFill>
                        <a:schemeClr val="accent5">
                          <a:lumMod val="40000"/>
                          <a:lumOff val="60000"/>
                        </a:schemeClr>
                      </a:solidFill>
                    </a:ln>
                    <a:sp3d z="38100"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400" dirty="0"/>
                    </a:p>
                  </p:txBody>
                </p:sp>
                <p:sp>
                  <p:nvSpPr>
                    <p:cNvPr id="33" name="Rectangle 32">
                      <a:extLst>
                        <a:ext uri="{FF2B5EF4-FFF2-40B4-BE49-F238E27FC236}">
                          <a16:creationId xmlns:a16="http://schemas.microsoft.com/office/drawing/2014/main" id="{E99C62F6-97E1-4518-AC68-47A9772DA6CD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3024512" y="2057400"/>
                      <a:ext cx="457200" cy="457200"/>
                    </a:xfrm>
                    <a:prstGeom prst="rect">
                      <a:avLst/>
                    </a:prstGeom>
                    <a:solidFill>
                      <a:schemeClr val="accent5">
                        <a:lumMod val="75000"/>
                      </a:schemeClr>
                    </a:solidFill>
                    <a:ln w="12700">
                      <a:solidFill>
                        <a:schemeClr val="accent5">
                          <a:lumMod val="40000"/>
                          <a:lumOff val="60000"/>
                        </a:schemeClr>
                      </a:solidFill>
                    </a:ln>
                    <a:sp3d z="139700"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400" dirty="0"/>
                    </a:p>
                  </p:txBody>
                </p:sp>
                <p:sp>
                  <p:nvSpPr>
                    <p:cNvPr id="34" name="Rectangle 33">
                      <a:extLst>
                        <a:ext uri="{FF2B5EF4-FFF2-40B4-BE49-F238E27FC236}">
                          <a16:creationId xmlns:a16="http://schemas.microsoft.com/office/drawing/2014/main" id="{51ED2F2D-63A6-478A-A2F9-3D66A20AC72C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3024512" y="2514600"/>
                      <a:ext cx="457200" cy="457200"/>
                    </a:xfrm>
                    <a:prstGeom prst="rect">
                      <a:avLst/>
                    </a:prstGeom>
                    <a:solidFill>
                      <a:schemeClr val="accent5">
                        <a:lumMod val="75000"/>
                      </a:schemeClr>
                    </a:solidFill>
                    <a:ln w="12700">
                      <a:solidFill>
                        <a:schemeClr val="accent5">
                          <a:lumMod val="40000"/>
                          <a:lumOff val="60000"/>
                        </a:schemeClr>
                      </a:solidFill>
                    </a:ln>
                    <a:sp3d z="241300"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400" dirty="0"/>
                    </a:p>
                  </p:txBody>
                </p:sp>
                <p:sp>
                  <p:nvSpPr>
                    <p:cNvPr id="35" name="Rectangle 34">
                      <a:extLst>
                        <a:ext uri="{FF2B5EF4-FFF2-40B4-BE49-F238E27FC236}">
                          <a16:creationId xmlns:a16="http://schemas.microsoft.com/office/drawing/2014/main" id="{77107CBB-56AA-4B6B-BC5D-3AE2491552D7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3024512" y="2971800"/>
                      <a:ext cx="457200" cy="457200"/>
                    </a:xfrm>
                    <a:prstGeom prst="rect">
                      <a:avLst/>
                    </a:prstGeom>
                    <a:solidFill>
                      <a:srgbClr val="FFC000"/>
                    </a:solidFill>
                    <a:ln w="12700">
                      <a:solidFill>
                        <a:schemeClr val="accent5">
                          <a:lumMod val="40000"/>
                          <a:lumOff val="60000"/>
                        </a:schemeClr>
                      </a:solidFill>
                    </a:ln>
                    <a:sp3d z="342900"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400" dirty="0">
                        <a:solidFill>
                          <a:schemeClr val="accent5">
                            <a:lumMod val="75000"/>
                          </a:schemeClr>
                        </a:solidFill>
                      </a:endParaRPr>
                    </a:p>
                  </p:txBody>
                </p:sp>
                <p:sp>
                  <p:nvSpPr>
                    <p:cNvPr id="36" name="Rectangle 35">
                      <a:extLst>
                        <a:ext uri="{FF2B5EF4-FFF2-40B4-BE49-F238E27FC236}">
                          <a16:creationId xmlns:a16="http://schemas.microsoft.com/office/drawing/2014/main" id="{CF66BE8E-751B-45CD-BB51-73ECD5B2B60D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3024512" y="3429000"/>
                      <a:ext cx="457200" cy="457200"/>
                    </a:xfrm>
                    <a:prstGeom prst="rect">
                      <a:avLst/>
                    </a:prstGeom>
                    <a:solidFill>
                      <a:srgbClr val="FFC000"/>
                    </a:solidFill>
                    <a:ln w="12700">
                      <a:solidFill>
                        <a:schemeClr val="accent5">
                          <a:lumMod val="40000"/>
                          <a:lumOff val="60000"/>
                        </a:schemeClr>
                      </a:solidFill>
                    </a:ln>
                    <a:sp3d z="444500"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400" dirty="0">
                        <a:solidFill>
                          <a:schemeClr val="accent5">
                            <a:lumMod val="75000"/>
                          </a:schemeClr>
                        </a:solidFill>
                      </a:endParaRPr>
                    </a:p>
                  </p:txBody>
                </p:sp>
                <p:sp>
                  <p:nvSpPr>
                    <p:cNvPr id="37" name="Rectangle 36">
                      <a:extLst>
                        <a:ext uri="{FF2B5EF4-FFF2-40B4-BE49-F238E27FC236}">
                          <a16:creationId xmlns:a16="http://schemas.microsoft.com/office/drawing/2014/main" id="{45B2EF43-4C0E-44AF-B6F0-794CD870608A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3024512" y="3886200"/>
                      <a:ext cx="457200" cy="457200"/>
                    </a:xfrm>
                    <a:prstGeom prst="rect">
                      <a:avLst/>
                    </a:prstGeom>
                    <a:solidFill>
                      <a:schemeClr val="accent5">
                        <a:lumMod val="75000"/>
                      </a:schemeClr>
                    </a:solidFill>
                    <a:ln w="12700">
                      <a:solidFill>
                        <a:schemeClr val="accent5">
                          <a:lumMod val="40000"/>
                          <a:lumOff val="60000"/>
                        </a:schemeClr>
                      </a:solidFill>
                    </a:ln>
                    <a:sp3d z="546100"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400" dirty="0"/>
                    </a:p>
                  </p:txBody>
                </p:sp>
                <p:sp>
                  <p:nvSpPr>
                    <p:cNvPr id="38" name="Rectangle 37">
                      <a:extLst>
                        <a:ext uri="{FF2B5EF4-FFF2-40B4-BE49-F238E27FC236}">
                          <a16:creationId xmlns:a16="http://schemas.microsoft.com/office/drawing/2014/main" id="{16EEBE39-E07C-491E-B3F4-0A880A5E053E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3024512" y="4343400"/>
                      <a:ext cx="457200" cy="457200"/>
                    </a:xfrm>
                    <a:prstGeom prst="rect">
                      <a:avLst/>
                    </a:prstGeom>
                    <a:solidFill>
                      <a:schemeClr val="accent5">
                        <a:lumMod val="75000"/>
                      </a:schemeClr>
                    </a:solidFill>
                    <a:ln w="12700">
                      <a:solidFill>
                        <a:schemeClr val="accent5">
                          <a:lumMod val="40000"/>
                          <a:lumOff val="60000"/>
                        </a:schemeClr>
                      </a:solidFill>
                    </a:ln>
                    <a:sp3d z="647700"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400" dirty="0"/>
                    </a:p>
                  </p:txBody>
                </p:sp>
                <p:sp>
                  <p:nvSpPr>
                    <p:cNvPr id="39" name="Rectangle 38">
                      <a:extLst>
                        <a:ext uri="{FF2B5EF4-FFF2-40B4-BE49-F238E27FC236}">
                          <a16:creationId xmlns:a16="http://schemas.microsoft.com/office/drawing/2014/main" id="{97303390-C824-4C4B-8E19-DC1FEB48B7F7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3024512" y="4800600"/>
                      <a:ext cx="457200" cy="457200"/>
                    </a:xfrm>
                    <a:prstGeom prst="rect">
                      <a:avLst/>
                    </a:prstGeom>
                    <a:solidFill>
                      <a:schemeClr val="accent5">
                        <a:lumMod val="75000"/>
                      </a:schemeClr>
                    </a:solidFill>
                    <a:ln w="12700">
                      <a:solidFill>
                        <a:schemeClr val="accent5">
                          <a:lumMod val="40000"/>
                          <a:lumOff val="60000"/>
                        </a:schemeClr>
                      </a:solidFill>
                    </a:ln>
                    <a:sp3d z="749300"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400" dirty="0"/>
                    </a:p>
                  </p:txBody>
                </p:sp>
                <p:sp>
                  <p:nvSpPr>
                    <p:cNvPr id="41" name="Rectangle 40">
                      <a:extLst>
                        <a:ext uri="{FF2B5EF4-FFF2-40B4-BE49-F238E27FC236}">
                          <a16:creationId xmlns:a16="http://schemas.microsoft.com/office/drawing/2014/main" id="{D1EE90D3-97C9-449A-B134-F8A4BD7B3875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3481712" y="1600200"/>
                      <a:ext cx="457200" cy="457200"/>
                    </a:xfrm>
                    <a:prstGeom prst="rect">
                      <a:avLst/>
                    </a:prstGeom>
                    <a:solidFill>
                      <a:schemeClr val="accent5">
                        <a:lumMod val="75000"/>
                      </a:schemeClr>
                    </a:solidFill>
                    <a:ln w="12700">
                      <a:solidFill>
                        <a:schemeClr val="accent5">
                          <a:lumMod val="40000"/>
                          <a:lumOff val="60000"/>
                        </a:schemeClr>
                      </a:solidFill>
                    </a:ln>
                    <a:sp3d z="50800"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400" dirty="0"/>
                    </a:p>
                  </p:txBody>
                </p:sp>
                <p:sp>
                  <p:nvSpPr>
                    <p:cNvPr id="42" name="Rectangle 41">
                      <a:extLst>
                        <a:ext uri="{FF2B5EF4-FFF2-40B4-BE49-F238E27FC236}">
                          <a16:creationId xmlns:a16="http://schemas.microsoft.com/office/drawing/2014/main" id="{B936415E-0A71-43F6-86FE-E41B2888211F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3481712" y="2057400"/>
                      <a:ext cx="457200" cy="457200"/>
                    </a:xfrm>
                    <a:prstGeom prst="rect">
                      <a:avLst/>
                    </a:prstGeom>
                    <a:solidFill>
                      <a:schemeClr val="accent5">
                        <a:lumMod val="75000"/>
                      </a:schemeClr>
                    </a:solidFill>
                    <a:ln w="12700">
                      <a:solidFill>
                        <a:schemeClr val="accent5">
                          <a:lumMod val="40000"/>
                          <a:lumOff val="60000"/>
                        </a:schemeClr>
                      </a:solidFill>
                    </a:ln>
                    <a:sp3d z="152400"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400" dirty="0"/>
                    </a:p>
                  </p:txBody>
                </p:sp>
                <p:sp>
                  <p:nvSpPr>
                    <p:cNvPr id="43" name="Rectangle 42">
                      <a:extLst>
                        <a:ext uri="{FF2B5EF4-FFF2-40B4-BE49-F238E27FC236}">
                          <a16:creationId xmlns:a16="http://schemas.microsoft.com/office/drawing/2014/main" id="{FED80769-6DDA-4338-B35E-1DE00E2A34CB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3481712" y="2514600"/>
                      <a:ext cx="457200" cy="457200"/>
                    </a:xfrm>
                    <a:prstGeom prst="rect">
                      <a:avLst/>
                    </a:prstGeom>
                    <a:solidFill>
                      <a:srgbClr val="FFC000"/>
                    </a:solidFill>
                    <a:ln w="12700">
                      <a:solidFill>
                        <a:schemeClr val="accent5">
                          <a:lumMod val="40000"/>
                          <a:lumOff val="60000"/>
                        </a:schemeClr>
                      </a:solidFill>
                    </a:ln>
                    <a:sp3d z="254000"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400" dirty="0">
                        <a:solidFill>
                          <a:schemeClr val="accent5">
                            <a:lumMod val="75000"/>
                          </a:schemeClr>
                        </a:solidFill>
                      </a:endParaRPr>
                    </a:p>
                  </p:txBody>
                </p:sp>
                <p:sp>
                  <p:nvSpPr>
                    <p:cNvPr id="44" name="Rectangle 43">
                      <a:extLst>
                        <a:ext uri="{FF2B5EF4-FFF2-40B4-BE49-F238E27FC236}">
                          <a16:creationId xmlns:a16="http://schemas.microsoft.com/office/drawing/2014/main" id="{55F19497-C9C3-444F-BFAC-A88B036ADE88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3481712" y="2971800"/>
                      <a:ext cx="457200" cy="457200"/>
                    </a:xfrm>
                    <a:prstGeom prst="rect">
                      <a:avLst/>
                    </a:prstGeom>
                    <a:solidFill>
                      <a:srgbClr val="FFC000"/>
                    </a:solidFill>
                    <a:ln w="12700">
                      <a:solidFill>
                        <a:schemeClr val="accent5">
                          <a:lumMod val="40000"/>
                          <a:lumOff val="60000"/>
                        </a:schemeClr>
                      </a:solidFill>
                    </a:ln>
                    <a:sp3d z="355600"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400" dirty="0">
                        <a:solidFill>
                          <a:schemeClr val="accent5">
                            <a:lumMod val="75000"/>
                          </a:schemeClr>
                        </a:solidFill>
                      </a:endParaRPr>
                    </a:p>
                  </p:txBody>
                </p:sp>
                <p:sp>
                  <p:nvSpPr>
                    <p:cNvPr id="45" name="Rectangle 44">
                      <a:extLst>
                        <a:ext uri="{FF2B5EF4-FFF2-40B4-BE49-F238E27FC236}">
                          <a16:creationId xmlns:a16="http://schemas.microsoft.com/office/drawing/2014/main" id="{AA8D0D92-D4E1-4221-9911-40F3AA540442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3481712" y="3429000"/>
                      <a:ext cx="457200" cy="457200"/>
                    </a:xfrm>
                    <a:prstGeom prst="rect">
                      <a:avLst/>
                    </a:prstGeom>
                    <a:solidFill>
                      <a:srgbClr val="FFC000"/>
                    </a:solidFill>
                    <a:ln w="12700">
                      <a:solidFill>
                        <a:schemeClr val="accent5">
                          <a:lumMod val="40000"/>
                          <a:lumOff val="60000"/>
                        </a:schemeClr>
                      </a:solidFill>
                    </a:ln>
                    <a:sp3d z="457200"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400" dirty="0">
                        <a:solidFill>
                          <a:schemeClr val="accent5">
                            <a:lumMod val="75000"/>
                          </a:schemeClr>
                        </a:solidFill>
                      </a:endParaRPr>
                    </a:p>
                  </p:txBody>
                </p:sp>
                <p:sp>
                  <p:nvSpPr>
                    <p:cNvPr id="46" name="Rectangle 45">
                      <a:extLst>
                        <a:ext uri="{FF2B5EF4-FFF2-40B4-BE49-F238E27FC236}">
                          <a16:creationId xmlns:a16="http://schemas.microsoft.com/office/drawing/2014/main" id="{09C3B906-7CBE-4EE5-83E6-C922B5A76A3E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3481712" y="3886200"/>
                      <a:ext cx="457200" cy="457200"/>
                    </a:xfrm>
                    <a:prstGeom prst="rect">
                      <a:avLst/>
                    </a:prstGeom>
                    <a:solidFill>
                      <a:schemeClr val="accent5">
                        <a:lumMod val="75000"/>
                      </a:schemeClr>
                    </a:solidFill>
                    <a:ln w="12700">
                      <a:solidFill>
                        <a:schemeClr val="accent5">
                          <a:lumMod val="40000"/>
                          <a:lumOff val="60000"/>
                        </a:schemeClr>
                      </a:solidFill>
                    </a:ln>
                    <a:sp3d z="558800"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400" dirty="0"/>
                    </a:p>
                  </p:txBody>
                </p:sp>
                <p:sp>
                  <p:nvSpPr>
                    <p:cNvPr id="47" name="Rectangle 46">
                      <a:extLst>
                        <a:ext uri="{FF2B5EF4-FFF2-40B4-BE49-F238E27FC236}">
                          <a16:creationId xmlns:a16="http://schemas.microsoft.com/office/drawing/2014/main" id="{52D325EC-4CEA-40FE-A218-A94A1710F51F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3481712" y="4343400"/>
                      <a:ext cx="457200" cy="457200"/>
                    </a:xfrm>
                    <a:prstGeom prst="rect">
                      <a:avLst/>
                    </a:prstGeom>
                    <a:solidFill>
                      <a:schemeClr val="accent5">
                        <a:lumMod val="75000"/>
                      </a:schemeClr>
                    </a:solidFill>
                    <a:ln w="12700">
                      <a:solidFill>
                        <a:schemeClr val="accent5">
                          <a:lumMod val="40000"/>
                          <a:lumOff val="60000"/>
                        </a:schemeClr>
                      </a:solidFill>
                    </a:ln>
                    <a:sp3d z="660400"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400" dirty="0"/>
                    </a:p>
                  </p:txBody>
                </p:sp>
                <p:sp>
                  <p:nvSpPr>
                    <p:cNvPr id="48" name="Rectangle 47">
                      <a:extLst>
                        <a:ext uri="{FF2B5EF4-FFF2-40B4-BE49-F238E27FC236}">
                          <a16:creationId xmlns:a16="http://schemas.microsoft.com/office/drawing/2014/main" id="{B5CCE92F-39E5-4B19-BE86-7E3D32FA6F3B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3481712" y="4800600"/>
                      <a:ext cx="457200" cy="457200"/>
                    </a:xfrm>
                    <a:prstGeom prst="rect">
                      <a:avLst/>
                    </a:prstGeom>
                    <a:solidFill>
                      <a:schemeClr val="accent5">
                        <a:lumMod val="75000"/>
                      </a:schemeClr>
                    </a:solidFill>
                    <a:ln w="12700">
                      <a:solidFill>
                        <a:schemeClr val="accent5">
                          <a:lumMod val="40000"/>
                          <a:lumOff val="60000"/>
                        </a:schemeClr>
                      </a:solidFill>
                    </a:ln>
                    <a:sp3d z="762000"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400" dirty="0"/>
                    </a:p>
                  </p:txBody>
                </p:sp>
                <p:sp>
                  <p:nvSpPr>
                    <p:cNvPr id="50" name="Rectangle 49">
                      <a:extLst>
                        <a:ext uri="{FF2B5EF4-FFF2-40B4-BE49-F238E27FC236}">
                          <a16:creationId xmlns:a16="http://schemas.microsoft.com/office/drawing/2014/main" id="{E5B76CA8-82B8-41A1-AAC1-AC4C062368DB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3938912" y="1600200"/>
                      <a:ext cx="457200" cy="457200"/>
                    </a:xfrm>
                    <a:prstGeom prst="rect">
                      <a:avLst/>
                    </a:prstGeom>
                    <a:solidFill>
                      <a:schemeClr val="accent5">
                        <a:lumMod val="75000"/>
                      </a:schemeClr>
                    </a:solidFill>
                    <a:ln w="12700">
                      <a:solidFill>
                        <a:schemeClr val="accent5">
                          <a:lumMod val="40000"/>
                          <a:lumOff val="60000"/>
                        </a:schemeClr>
                      </a:solidFill>
                    </a:ln>
                    <a:sp3d z="63500"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400" dirty="0"/>
                    </a:p>
                  </p:txBody>
                </p:sp>
                <p:sp>
                  <p:nvSpPr>
                    <p:cNvPr id="51" name="Rectangle 50">
                      <a:extLst>
                        <a:ext uri="{FF2B5EF4-FFF2-40B4-BE49-F238E27FC236}">
                          <a16:creationId xmlns:a16="http://schemas.microsoft.com/office/drawing/2014/main" id="{D9A10109-6F06-4846-95B5-7958A364AC4D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3938912" y="2057400"/>
                      <a:ext cx="457200" cy="457200"/>
                    </a:xfrm>
                    <a:prstGeom prst="rect">
                      <a:avLst/>
                    </a:prstGeom>
                    <a:solidFill>
                      <a:srgbClr val="FFC000"/>
                    </a:solidFill>
                    <a:ln w="12700">
                      <a:solidFill>
                        <a:schemeClr val="accent5">
                          <a:lumMod val="40000"/>
                          <a:lumOff val="60000"/>
                        </a:schemeClr>
                      </a:solidFill>
                    </a:ln>
                    <a:sp3d z="165100"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400" dirty="0">
                        <a:solidFill>
                          <a:schemeClr val="accent5">
                            <a:lumMod val="75000"/>
                          </a:schemeClr>
                        </a:solidFill>
                      </a:endParaRPr>
                    </a:p>
                  </p:txBody>
                </p:sp>
                <p:sp>
                  <p:nvSpPr>
                    <p:cNvPr id="52" name="Rectangle 51">
                      <a:extLst>
                        <a:ext uri="{FF2B5EF4-FFF2-40B4-BE49-F238E27FC236}">
                          <a16:creationId xmlns:a16="http://schemas.microsoft.com/office/drawing/2014/main" id="{DA76E73A-C224-4663-9CE1-4C7C793E736A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3938912" y="2514600"/>
                      <a:ext cx="457200" cy="457200"/>
                    </a:xfrm>
                    <a:prstGeom prst="rect">
                      <a:avLst/>
                    </a:prstGeom>
                    <a:solidFill>
                      <a:srgbClr val="FFC000"/>
                    </a:solidFill>
                    <a:ln w="12700">
                      <a:solidFill>
                        <a:schemeClr val="accent5">
                          <a:lumMod val="40000"/>
                          <a:lumOff val="60000"/>
                        </a:schemeClr>
                      </a:solidFill>
                    </a:ln>
                    <a:sp3d z="266700"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400" dirty="0">
                        <a:solidFill>
                          <a:schemeClr val="accent5">
                            <a:lumMod val="75000"/>
                          </a:schemeClr>
                        </a:solidFill>
                      </a:endParaRPr>
                    </a:p>
                  </p:txBody>
                </p:sp>
                <p:sp>
                  <p:nvSpPr>
                    <p:cNvPr id="53" name="Rectangle 52">
                      <a:extLst>
                        <a:ext uri="{FF2B5EF4-FFF2-40B4-BE49-F238E27FC236}">
                          <a16:creationId xmlns:a16="http://schemas.microsoft.com/office/drawing/2014/main" id="{4F764991-2B02-4E86-AA38-1CDB25A2F6C9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3938912" y="2971800"/>
                      <a:ext cx="457200" cy="457200"/>
                    </a:xfrm>
                    <a:prstGeom prst="rect">
                      <a:avLst/>
                    </a:prstGeom>
                    <a:solidFill>
                      <a:srgbClr val="FFC000"/>
                    </a:solidFill>
                    <a:ln w="12700">
                      <a:solidFill>
                        <a:schemeClr val="accent5">
                          <a:lumMod val="40000"/>
                          <a:lumOff val="60000"/>
                        </a:schemeClr>
                      </a:solidFill>
                    </a:ln>
                    <a:sp3d z="368300"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400" dirty="0">
                        <a:solidFill>
                          <a:schemeClr val="accent5">
                            <a:lumMod val="75000"/>
                          </a:schemeClr>
                        </a:solidFill>
                      </a:endParaRPr>
                    </a:p>
                  </p:txBody>
                </p:sp>
                <p:sp>
                  <p:nvSpPr>
                    <p:cNvPr id="54" name="Rectangle 53">
                      <a:extLst>
                        <a:ext uri="{FF2B5EF4-FFF2-40B4-BE49-F238E27FC236}">
                          <a16:creationId xmlns:a16="http://schemas.microsoft.com/office/drawing/2014/main" id="{1A32622D-CC0B-4057-A819-1B014FB59D9E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3938912" y="3429000"/>
                      <a:ext cx="457200" cy="457200"/>
                    </a:xfrm>
                    <a:prstGeom prst="rect">
                      <a:avLst/>
                    </a:prstGeom>
                    <a:solidFill>
                      <a:srgbClr val="FFC000"/>
                    </a:solidFill>
                    <a:ln w="12700">
                      <a:solidFill>
                        <a:schemeClr val="accent5">
                          <a:lumMod val="40000"/>
                          <a:lumOff val="60000"/>
                        </a:schemeClr>
                      </a:solidFill>
                    </a:ln>
                    <a:sp3d z="469900"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400" dirty="0">
                        <a:solidFill>
                          <a:schemeClr val="accent5">
                            <a:lumMod val="75000"/>
                          </a:schemeClr>
                        </a:solidFill>
                      </a:endParaRPr>
                    </a:p>
                  </p:txBody>
                </p:sp>
                <p:sp>
                  <p:nvSpPr>
                    <p:cNvPr id="55" name="Rectangle 54">
                      <a:extLst>
                        <a:ext uri="{FF2B5EF4-FFF2-40B4-BE49-F238E27FC236}">
                          <a16:creationId xmlns:a16="http://schemas.microsoft.com/office/drawing/2014/main" id="{5F10F818-3FA7-4D36-8B6A-AB493A96EA26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3938912" y="3886200"/>
                      <a:ext cx="457200" cy="457200"/>
                    </a:xfrm>
                    <a:prstGeom prst="rect">
                      <a:avLst/>
                    </a:prstGeom>
                    <a:solidFill>
                      <a:schemeClr val="accent5">
                        <a:lumMod val="75000"/>
                      </a:schemeClr>
                    </a:solidFill>
                    <a:ln w="12700">
                      <a:solidFill>
                        <a:schemeClr val="accent5">
                          <a:lumMod val="40000"/>
                          <a:lumOff val="60000"/>
                        </a:schemeClr>
                      </a:solidFill>
                    </a:ln>
                    <a:sp3d z="571500"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400" dirty="0"/>
                    </a:p>
                  </p:txBody>
                </p:sp>
                <p:sp>
                  <p:nvSpPr>
                    <p:cNvPr id="56" name="Rectangle 55">
                      <a:extLst>
                        <a:ext uri="{FF2B5EF4-FFF2-40B4-BE49-F238E27FC236}">
                          <a16:creationId xmlns:a16="http://schemas.microsoft.com/office/drawing/2014/main" id="{D585CA73-CB4F-4F1D-A538-B003A8318B75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3938912" y="4343400"/>
                      <a:ext cx="457200" cy="457200"/>
                    </a:xfrm>
                    <a:prstGeom prst="rect">
                      <a:avLst/>
                    </a:prstGeom>
                    <a:solidFill>
                      <a:schemeClr val="accent5">
                        <a:lumMod val="75000"/>
                      </a:schemeClr>
                    </a:solidFill>
                    <a:ln w="12700">
                      <a:solidFill>
                        <a:schemeClr val="accent5">
                          <a:lumMod val="40000"/>
                          <a:lumOff val="60000"/>
                        </a:schemeClr>
                      </a:solidFill>
                    </a:ln>
                    <a:sp3d z="673100"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400" dirty="0"/>
                    </a:p>
                  </p:txBody>
                </p:sp>
                <p:sp>
                  <p:nvSpPr>
                    <p:cNvPr id="57" name="Rectangle 56">
                      <a:extLst>
                        <a:ext uri="{FF2B5EF4-FFF2-40B4-BE49-F238E27FC236}">
                          <a16:creationId xmlns:a16="http://schemas.microsoft.com/office/drawing/2014/main" id="{EBBC018E-5D41-4385-BDAC-F95795D041BB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3938912" y="4800600"/>
                      <a:ext cx="457200" cy="457200"/>
                    </a:xfrm>
                    <a:prstGeom prst="rect">
                      <a:avLst/>
                    </a:prstGeom>
                    <a:solidFill>
                      <a:schemeClr val="accent5">
                        <a:lumMod val="75000"/>
                      </a:schemeClr>
                    </a:solidFill>
                    <a:ln w="12700">
                      <a:solidFill>
                        <a:schemeClr val="accent5">
                          <a:lumMod val="40000"/>
                          <a:lumOff val="60000"/>
                        </a:schemeClr>
                      </a:solidFill>
                    </a:ln>
                    <a:sp3d z="774700"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400" dirty="0"/>
                    </a:p>
                  </p:txBody>
                </p:sp>
                <p:sp>
                  <p:nvSpPr>
                    <p:cNvPr id="59" name="Rectangle 58">
                      <a:extLst>
                        <a:ext uri="{FF2B5EF4-FFF2-40B4-BE49-F238E27FC236}">
                          <a16:creationId xmlns:a16="http://schemas.microsoft.com/office/drawing/2014/main" id="{A80F28B1-A065-4CF8-8133-6C57377A7302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4396112" y="1600200"/>
                      <a:ext cx="457200" cy="457200"/>
                    </a:xfrm>
                    <a:prstGeom prst="rect">
                      <a:avLst/>
                    </a:prstGeom>
                    <a:solidFill>
                      <a:schemeClr val="accent5">
                        <a:lumMod val="75000"/>
                      </a:schemeClr>
                    </a:solidFill>
                    <a:ln w="12700">
                      <a:solidFill>
                        <a:schemeClr val="accent5">
                          <a:lumMod val="40000"/>
                          <a:lumOff val="60000"/>
                        </a:schemeClr>
                      </a:solidFill>
                    </a:ln>
                    <a:sp3d z="76200"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400" dirty="0"/>
                    </a:p>
                  </p:txBody>
                </p:sp>
                <p:sp>
                  <p:nvSpPr>
                    <p:cNvPr id="60" name="Rectangle 59">
                      <a:extLst>
                        <a:ext uri="{FF2B5EF4-FFF2-40B4-BE49-F238E27FC236}">
                          <a16:creationId xmlns:a16="http://schemas.microsoft.com/office/drawing/2014/main" id="{01C96F65-B19F-49D8-AEB2-AB139D0E79C4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4396112" y="2057400"/>
                      <a:ext cx="457200" cy="457200"/>
                    </a:xfrm>
                    <a:prstGeom prst="rect">
                      <a:avLst/>
                    </a:prstGeom>
                    <a:solidFill>
                      <a:schemeClr val="accent5">
                        <a:lumMod val="75000"/>
                      </a:schemeClr>
                    </a:solidFill>
                    <a:ln w="12700">
                      <a:solidFill>
                        <a:schemeClr val="accent5">
                          <a:lumMod val="40000"/>
                          <a:lumOff val="60000"/>
                        </a:schemeClr>
                      </a:solidFill>
                    </a:ln>
                    <a:sp3d z="177800"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400" dirty="0"/>
                    </a:p>
                  </p:txBody>
                </p:sp>
                <p:sp>
                  <p:nvSpPr>
                    <p:cNvPr id="61" name="Rectangle 60">
                      <a:extLst>
                        <a:ext uri="{FF2B5EF4-FFF2-40B4-BE49-F238E27FC236}">
                          <a16:creationId xmlns:a16="http://schemas.microsoft.com/office/drawing/2014/main" id="{020BFCCA-519E-4ED8-80EE-D6232EC7F008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4396112" y="2514600"/>
                      <a:ext cx="457200" cy="457200"/>
                    </a:xfrm>
                    <a:prstGeom prst="rect">
                      <a:avLst/>
                    </a:prstGeom>
                    <a:solidFill>
                      <a:srgbClr val="FFC000"/>
                    </a:solidFill>
                    <a:ln w="12700">
                      <a:solidFill>
                        <a:schemeClr val="accent5">
                          <a:lumMod val="40000"/>
                          <a:lumOff val="60000"/>
                        </a:schemeClr>
                      </a:solidFill>
                    </a:ln>
                    <a:sp3d z="279400"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400" dirty="0">
                        <a:solidFill>
                          <a:schemeClr val="accent5">
                            <a:lumMod val="75000"/>
                          </a:schemeClr>
                        </a:solidFill>
                      </a:endParaRPr>
                    </a:p>
                  </p:txBody>
                </p:sp>
                <p:sp>
                  <p:nvSpPr>
                    <p:cNvPr id="62" name="Rectangle 61">
                      <a:extLst>
                        <a:ext uri="{FF2B5EF4-FFF2-40B4-BE49-F238E27FC236}">
                          <a16:creationId xmlns:a16="http://schemas.microsoft.com/office/drawing/2014/main" id="{03213AA0-4164-41F9-B9EE-409EE3F93179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4396112" y="2971800"/>
                      <a:ext cx="457200" cy="457200"/>
                    </a:xfrm>
                    <a:prstGeom prst="rect">
                      <a:avLst/>
                    </a:prstGeom>
                    <a:solidFill>
                      <a:srgbClr val="FFC000"/>
                    </a:solidFill>
                    <a:ln w="12700">
                      <a:solidFill>
                        <a:schemeClr val="accent5">
                          <a:lumMod val="40000"/>
                          <a:lumOff val="60000"/>
                        </a:schemeClr>
                      </a:solidFill>
                    </a:ln>
                    <a:sp3d z="381000"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400" dirty="0">
                        <a:solidFill>
                          <a:schemeClr val="accent5">
                            <a:lumMod val="75000"/>
                          </a:schemeClr>
                        </a:solidFill>
                      </a:endParaRPr>
                    </a:p>
                  </p:txBody>
                </p:sp>
                <p:sp>
                  <p:nvSpPr>
                    <p:cNvPr id="63" name="Rectangle 62">
                      <a:extLst>
                        <a:ext uri="{FF2B5EF4-FFF2-40B4-BE49-F238E27FC236}">
                          <a16:creationId xmlns:a16="http://schemas.microsoft.com/office/drawing/2014/main" id="{24BE9BA4-5ECF-46A1-BBBD-CAC74AEC05EF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4396112" y="3429000"/>
                      <a:ext cx="457200" cy="457200"/>
                    </a:xfrm>
                    <a:prstGeom prst="rect">
                      <a:avLst/>
                    </a:prstGeom>
                    <a:solidFill>
                      <a:srgbClr val="FFC000"/>
                    </a:solidFill>
                    <a:ln w="12700">
                      <a:solidFill>
                        <a:schemeClr val="accent5">
                          <a:lumMod val="40000"/>
                          <a:lumOff val="60000"/>
                        </a:schemeClr>
                      </a:solidFill>
                    </a:ln>
                    <a:sp3d z="482600"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400" dirty="0">
                        <a:solidFill>
                          <a:schemeClr val="accent5">
                            <a:lumMod val="75000"/>
                          </a:schemeClr>
                        </a:solidFill>
                      </a:endParaRPr>
                    </a:p>
                  </p:txBody>
                </p:sp>
                <p:sp>
                  <p:nvSpPr>
                    <p:cNvPr id="64" name="Rectangle 63">
                      <a:extLst>
                        <a:ext uri="{FF2B5EF4-FFF2-40B4-BE49-F238E27FC236}">
                          <a16:creationId xmlns:a16="http://schemas.microsoft.com/office/drawing/2014/main" id="{B3A1FC7C-64E5-434E-A6D7-970B4585A253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4396112" y="3886200"/>
                      <a:ext cx="457200" cy="457200"/>
                    </a:xfrm>
                    <a:prstGeom prst="rect">
                      <a:avLst/>
                    </a:prstGeom>
                    <a:solidFill>
                      <a:schemeClr val="accent5">
                        <a:lumMod val="75000"/>
                      </a:schemeClr>
                    </a:solidFill>
                    <a:ln w="12700">
                      <a:solidFill>
                        <a:schemeClr val="accent5">
                          <a:lumMod val="40000"/>
                          <a:lumOff val="60000"/>
                        </a:schemeClr>
                      </a:solidFill>
                    </a:ln>
                    <a:sp3d z="584200"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400" dirty="0"/>
                    </a:p>
                  </p:txBody>
                </p:sp>
                <p:sp>
                  <p:nvSpPr>
                    <p:cNvPr id="65" name="Rectangle 64">
                      <a:extLst>
                        <a:ext uri="{FF2B5EF4-FFF2-40B4-BE49-F238E27FC236}">
                          <a16:creationId xmlns:a16="http://schemas.microsoft.com/office/drawing/2014/main" id="{10D1CF15-53CE-4CE6-9080-C8FFB6C4D90F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4396112" y="4343400"/>
                      <a:ext cx="457200" cy="457200"/>
                    </a:xfrm>
                    <a:prstGeom prst="rect">
                      <a:avLst/>
                    </a:prstGeom>
                    <a:solidFill>
                      <a:schemeClr val="accent5">
                        <a:lumMod val="75000"/>
                      </a:schemeClr>
                    </a:solidFill>
                    <a:ln w="12700">
                      <a:solidFill>
                        <a:schemeClr val="accent5">
                          <a:lumMod val="40000"/>
                          <a:lumOff val="60000"/>
                        </a:schemeClr>
                      </a:solidFill>
                    </a:ln>
                    <a:sp3d z="685800"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400" dirty="0"/>
                    </a:p>
                  </p:txBody>
                </p:sp>
                <p:sp>
                  <p:nvSpPr>
                    <p:cNvPr id="66" name="Rectangle 65">
                      <a:extLst>
                        <a:ext uri="{FF2B5EF4-FFF2-40B4-BE49-F238E27FC236}">
                          <a16:creationId xmlns:a16="http://schemas.microsoft.com/office/drawing/2014/main" id="{78842A85-08FB-4035-9750-FF4724255653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4396112" y="4800600"/>
                      <a:ext cx="457200" cy="457200"/>
                    </a:xfrm>
                    <a:prstGeom prst="rect">
                      <a:avLst/>
                    </a:prstGeom>
                    <a:solidFill>
                      <a:schemeClr val="accent5">
                        <a:lumMod val="75000"/>
                      </a:schemeClr>
                    </a:solidFill>
                    <a:ln w="12700">
                      <a:solidFill>
                        <a:schemeClr val="accent5">
                          <a:lumMod val="40000"/>
                          <a:lumOff val="60000"/>
                        </a:schemeClr>
                      </a:solidFill>
                    </a:ln>
                    <a:sp3d z="787400"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400" dirty="0"/>
                    </a:p>
                  </p:txBody>
                </p:sp>
                <p:sp>
                  <p:nvSpPr>
                    <p:cNvPr id="68" name="Rectangle 67">
                      <a:extLst>
                        <a:ext uri="{FF2B5EF4-FFF2-40B4-BE49-F238E27FC236}">
                          <a16:creationId xmlns:a16="http://schemas.microsoft.com/office/drawing/2014/main" id="{90049369-2BBD-41B4-9382-CA33DAF6070D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4853312" y="1600200"/>
                      <a:ext cx="457200" cy="457200"/>
                    </a:xfrm>
                    <a:prstGeom prst="rect">
                      <a:avLst/>
                    </a:prstGeom>
                    <a:solidFill>
                      <a:schemeClr val="accent5">
                        <a:lumMod val="75000"/>
                      </a:schemeClr>
                    </a:solidFill>
                    <a:ln w="12700">
                      <a:solidFill>
                        <a:schemeClr val="accent5">
                          <a:lumMod val="40000"/>
                          <a:lumOff val="60000"/>
                        </a:schemeClr>
                      </a:solidFill>
                    </a:ln>
                    <a:sp3d z="88900"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400" dirty="0"/>
                    </a:p>
                  </p:txBody>
                </p:sp>
                <p:sp>
                  <p:nvSpPr>
                    <p:cNvPr id="69" name="Rectangle 68">
                      <a:extLst>
                        <a:ext uri="{FF2B5EF4-FFF2-40B4-BE49-F238E27FC236}">
                          <a16:creationId xmlns:a16="http://schemas.microsoft.com/office/drawing/2014/main" id="{202D62D3-9672-47F9-8E5A-3E7220E866FE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4853312" y="2057400"/>
                      <a:ext cx="457200" cy="457200"/>
                    </a:xfrm>
                    <a:prstGeom prst="rect">
                      <a:avLst/>
                    </a:prstGeom>
                    <a:solidFill>
                      <a:schemeClr val="accent5">
                        <a:lumMod val="75000"/>
                      </a:schemeClr>
                    </a:solidFill>
                    <a:ln w="12700">
                      <a:solidFill>
                        <a:schemeClr val="accent5">
                          <a:lumMod val="40000"/>
                          <a:lumOff val="60000"/>
                        </a:schemeClr>
                      </a:solidFill>
                    </a:ln>
                    <a:sp3d z="190500"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400" dirty="0"/>
                    </a:p>
                  </p:txBody>
                </p:sp>
                <p:sp>
                  <p:nvSpPr>
                    <p:cNvPr id="70" name="Rectangle 69">
                      <a:extLst>
                        <a:ext uri="{FF2B5EF4-FFF2-40B4-BE49-F238E27FC236}">
                          <a16:creationId xmlns:a16="http://schemas.microsoft.com/office/drawing/2014/main" id="{1F12556C-8983-41DF-902F-FA01A25653BA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4853312" y="2514600"/>
                      <a:ext cx="457200" cy="457200"/>
                    </a:xfrm>
                    <a:prstGeom prst="rect">
                      <a:avLst/>
                    </a:prstGeom>
                    <a:solidFill>
                      <a:schemeClr val="accent5">
                        <a:lumMod val="75000"/>
                      </a:schemeClr>
                    </a:solidFill>
                    <a:ln w="12700">
                      <a:solidFill>
                        <a:schemeClr val="accent5">
                          <a:lumMod val="40000"/>
                          <a:lumOff val="60000"/>
                        </a:schemeClr>
                      </a:solidFill>
                    </a:ln>
                    <a:sp3d z="292100"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400" dirty="0"/>
                    </a:p>
                  </p:txBody>
                </p:sp>
                <p:sp>
                  <p:nvSpPr>
                    <p:cNvPr id="71" name="Rectangle 70">
                      <a:extLst>
                        <a:ext uri="{FF2B5EF4-FFF2-40B4-BE49-F238E27FC236}">
                          <a16:creationId xmlns:a16="http://schemas.microsoft.com/office/drawing/2014/main" id="{2A52C980-0C05-4498-B96D-51E8574BDC97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4853312" y="2971800"/>
                      <a:ext cx="457200" cy="457200"/>
                    </a:xfrm>
                    <a:prstGeom prst="rect">
                      <a:avLst/>
                    </a:prstGeom>
                    <a:solidFill>
                      <a:srgbClr val="FFC000"/>
                    </a:solidFill>
                    <a:ln w="12700">
                      <a:solidFill>
                        <a:schemeClr val="accent5">
                          <a:lumMod val="40000"/>
                          <a:lumOff val="60000"/>
                        </a:schemeClr>
                      </a:solidFill>
                    </a:ln>
                    <a:sp3d z="393700"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400" dirty="0">
                        <a:solidFill>
                          <a:schemeClr val="accent5">
                            <a:lumMod val="75000"/>
                          </a:schemeClr>
                        </a:solidFill>
                      </a:endParaRPr>
                    </a:p>
                  </p:txBody>
                </p:sp>
                <p:sp>
                  <p:nvSpPr>
                    <p:cNvPr id="72" name="Rectangle 71">
                      <a:extLst>
                        <a:ext uri="{FF2B5EF4-FFF2-40B4-BE49-F238E27FC236}">
                          <a16:creationId xmlns:a16="http://schemas.microsoft.com/office/drawing/2014/main" id="{87F1F9D3-74AA-4167-97C8-8C16679E604E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4853312" y="3429000"/>
                      <a:ext cx="457200" cy="457200"/>
                    </a:xfrm>
                    <a:prstGeom prst="rect">
                      <a:avLst/>
                    </a:prstGeom>
                    <a:solidFill>
                      <a:srgbClr val="FFC000"/>
                    </a:solidFill>
                    <a:ln w="12700">
                      <a:solidFill>
                        <a:schemeClr val="accent5">
                          <a:lumMod val="40000"/>
                          <a:lumOff val="60000"/>
                        </a:schemeClr>
                      </a:solidFill>
                    </a:ln>
                    <a:sp3d z="495300"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400" dirty="0">
                        <a:solidFill>
                          <a:schemeClr val="accent5">
                            <a:lumMod val="75000"/>
                          </a:schemeClr>
                        </a:solidFill>
                      </a:endParaRPr>
                    </a:p>
                  </p:txBody>
                </p:sp>
                <p:sp>
                  <p:nvSpPr>
                    <p:cNvPr id="73" name="Rectangle 72">
                      <a:extLst>
                        <a:ext uri="{FF2B5EF4-FFF2-40B4-BE49-F238E27FC236}">
                          <a16:creationId xmlns:a16="http://schemas.microsoft.com/office/drawing/2014/main" id="{1E6B4691-EED4-4586-A08F-624BFB39F0D4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4853312" y="3886200"/>
                      <a:ext cx="457200" cy="457200"/>
                    </a:xfrm>
                    <a:prstGeom prst="rect">
                      <a:avLst/>
                    </a:prstGeom>
                    <a:solidFill>
                      <a:schemeClr val="accent5">
                        <a:lumMod val="75000"/>
                      </a:schemeClr>
                    </a:solidFill>
                    <a:ln w="12700">
                      <a:solidFill>
                        <a:schemeClr val="accent5">
                          <a:lumMod val="40000"/>
                          <a:lumOff val="60000"/>
                        </a:schemeClr>
                      </a:solidFill>
                    </a:ln>
                    <a:sp3d z="596900"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400" dirty="0"/>
                    </a:p>
                  </p:txBody>
                </p:sp>
                <p:sp>
                  <p:nvSpPr>
                    <p:cNvPr id="74" name="Rectangle 73">
                      <a:extLst>
                        <a:ext uri="{FF2B5EF4-FFF2-40B4-BE49-F238E27FC236}">
                          <a16:creationId xmlns:a16="http://schemas.microsoft.com/office/drawing/2014/main" id="{DCF27C63-F0D2-43B6-9971-FD3A6BE4C0F0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4853312" y="4343400"/>
                      <a:ext cx="457200" cy="457200"/>
                    </a:xfrm>
                    <a:prstGeom prst="rect">
                      <a:avLst/>
                    </a:prstGeom>
                    <a:solidFill>
                      <a:schemeClr val="accent5">
                        <a:lumMod val="75000"/>
                      </a:schemeClr>
                    </a:solidFill>
                    <a:ln w="12700">
                      <a:solidFill>
                        <a:schemeClr val="accent5">
                          <a:lumMod val="40000"/>
                          <a:lumOff val="60000"/>
                        </a:schemeClr>
                      </a:solidFill>
                    </a:ln>
                    <a:sp3d z="698500"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400" dirty="0"/>
                    </a:p>
                  </p:txBody>
                </p:sp>
                <p:sp>
                  <p:nvSpPr>
                    <p:cNvPr id="75" name="Rectangle 74">
                      <a:extLst>
                        <a:ext uri="{FF2B5EF4-FFF2-40B4-BE49-F238E27FC236}">
                          <a16:creationId xmlns:a16="http://schemas.microsoft.com/office/drawing/2014/main" id="{055D4C3C-9613-4C77-895A-481C0D90E812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4853312" y="4800600"/>
                      <a:ext cx="457200" cy="457200"/>
                    </a:xfrm>
                    <a:prstGeom prst="rect">
                      <a:avLst/>
                    </a:prstGeom>
                    <a:solidFill>
                      <a:schemeClr val="accent5">
                        <a:lumMod val="75000"/>
                      </a:schemeClr>
                    </a:solidFill>
                    <a:ln w="12700">
                      <a:solidFill>
                        <a:schemeClr val="accent5">
                          <a:lumMod val="40000"/>
                          <a:lumOff val="60000"/>
                        </a:schemeClr>
                      </a:solidFill>
                    </a:ln>
                    <a:sp3d z="800100"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400" dirty="0"/>
                    </a:p>
                  </p:txBody>
                </p:sp>
              </p:grpSp>
              <p:grpSp>
                <p:nvGrpSpPr>
                  <p:cNvPr id="2" name="Group 1">
                    <a:extLst>
                      <a:ext uri="{FF2B5EF4-FFF2-40B4-BE49-F238E27FC236}">
                        <a16:creationId xmlns:a16="http://schemas.microsoft.com/office/drawing/2014/main" id="{703C0EFC-AB5A-41B7-807A-D4F3F91FD4A2}"/>
                      </a:ext>
                    </a:extLst>
                  </p:cNvPr>
                  <p:cNvGrpSpPr/>
                  <p:nvPr/>
                </p:nvGrpSpPr>
                <p:grpSpPr>
                  <a:xfrm>
                    <a:off x="3286125" y="1143000"/>
                    <a:ext cx="914400" cy="3657600"/>
                    <a:chOff x="3124200" y="1143000"/>
                    <a:chExt cx="914400" cy="3657600"/>
                  </a:xfrm>
                </p:grpSpPr>
                <p:sp>
                  <p:nvSpPr>
                    <p:cNvPr id="221" name="Rectangle 220">
                      <a:extLst>
                        <a:ext uri="{FF2B5EF4-FFF2-40B4-BE49-F238E27FC236}">
                          <a16:creationId xmlns:a16="http://schemas.microsoft.com/office/drawing/2014/main" id="{D7491347-9876-4208-B720-26730B023B11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3124200" y="1143000"/>
                      <a:ext cx="914400" cy="457200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 w="12700">
                      <a:solidFill>
                        <a:schemeClr val="bg1">
                          <a:lumMod val="85000"/>
                        </a:schemeClr>
                      </a:solidFill>
                    </a:ln>
                    <a:sp3d z="1651000"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r>
                        <a:rPr lang="en-US" sz="2400" dirty="0">
                          <a:latin typeface="MD Thaitype A" panose="00000400000000000000" pitchFamily="2" charset="0"/>
                        </a:rPr>
                        <a:t>100</a:t>
                      </a:r>
                    </a:p>
                  </p:txBody>
                </p:sp>
                <p:sp>
                  <p:nvSpPr>
                    <p:cNvPr id="223" name="Rectangle 222">
                      <a:extLst>
                        <a:ext uri="{FF2B5EF4-FFF2-40B4-BE49-F238E27FC236}">
                          <a16:creationId xmlns:a16="http://schemas.microsoft.com/office/drawing/2014/main" id="{0F25BEA0-5842-4995-B7A9-667689FA3ED3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3124200" y="1600200"/>
                      <a:ext cx="914400" cy="457200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 w="12700">
                      <a:solidFill>
                        <a:schemeClr val="bg1">
                          <a:lumMod val="85000"/>
                        </a:schemeClr>
                      </a:solidFill>
                    </a:ln>
                    <a:sp3d z="1651000"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r>
                        <a:rPr lang="en-US" sz="2400" dirty="0" err="1">
                          <a:latin typeface="MD Thaitype A" panose="00000400000000000000" pitchFamily="2" charset="0"/>
                        </a:rPr>
                        <a:t>alm</a:t>
                      </a:r>
                      <a:endParaRPr lang="en-US" sz="2400" dirty="0">
                        <a:latin typeface="MD Thaitype A" panose="00000400000000000000" pitchFamily="2" charset="0"/>
                      </a:endParaRPr>
                    </a:p>
                  </p:txBody>
                </p:sp>
                <p:sp>
                  <p:nvSpPr>
                    <p:cNvPr id="224" name="Rectangle 223">
                      <a:extLst>
                        <a:ext uri="{FF2B5EF4-FFF2-40B4-BE49-F238E27FC236}">
                          <a16:creationId xmlns:a16="http://schemas.microsoft.com/office/drawing/2014/main" id="{0E21DA48-6394-4971-B230-2C043DE1EB1E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3124200" y="2057400"/>
                      <a:ext cx="914400" cy="457200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 w="12700">
                      <a:solidFill>
                        <a:schemeClr val="bg1">
                          <a:lumMod val="85000"/>
                        </a:schemeClr>
                      </a:solidFill>
                    </a:ln>
                    <a:sp3d z="1778000"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r>
                        <a:rPr lang="en-US" sz="2400" dirty="0">
                          <a:solidFill>
                            <a:srgbClr val="FF0000"/>
                          </a:solidFill>
                          <a:latin typeface="MD Thaitype A" panose="00000400000000000000" pitchFamily="2" charset="0"/>
                        </a:rPr>
                        <a:t>110</a:t>
                      </a:r>
                    </a:p>
                  </p:txBody>
                </p:sp>
                <p:sp>
                  <p:nvSpPr>
                    <p:cNvPr id="225" name="Rectangle 224">
                      <a:extLst>
                        <a:ext uri="{FF2B5EF4-FFF2-40B4-BE49-F238E27FC236}">
                          <a16:creationId xmlns:a16="http://schemas.microsoft.com/office/drawing/2014/main" id="{DD60F1FA-FF2C-4B4E-90B4-CD01200C32E0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3124200" y="2514600"/>
                      <a:ext cx="914400" cy="457200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 w="12700">
                      <a:solidFill>
                        <a:schemeClr val="bg1">
                          <a:lumMod val="85000"/>
                        </a:schemeClr>
                      </a:solidFill>
                    </a:ln>
                    <a:sp3d z="1778000"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r>
                        <a:rPr lang="en-US" sz="2400" dirty="0">
                          <a:solidFill>
                            <a:srgbClr val="FF0000"/>
                          </a:solidFill>
                          <a:latin typeface="MD Thaitype A" panose="00000400000000000000" pitchFamily="2" charset="0"/>
                        </a:rPr>
                        <a:t>max</a:t>
                      </a:r>
                    </a:p>
                  </p:txBody>
                </p:sp>
                <p:sp>
                  <p:nvSpPr>
                    <p:cNvPr id="230" name="Rectangle 229">
                      <a:extLst>
                        <a:ext uri="{FF2B5EF4-FFF2-40B4-BE49-F238E27FC236}">
                          <a16:creationId xmlns:a16="http://schemas.microsoft.com/office/drawing/2014/main" id="{36F99222-CD99-40CD-AF63-F032BA60E7E4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3124200" y="3886200"/>
                      <a:ext cx="914400" cy="457200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 w="12700">
                      <a:solidFill>
                        <a:schemeClr val="bg1">
                          <a:lumMod val="85000"/>
                        </a:schemeClr>
                      </a:solidFill>
                    </a:ln>
                    <a:sp3d z="1905000"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r>
                        <a:rPr lang="en-US" sz="2400" dirty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MD Thaitype A" panose="00000400000000000000" pitchFamily="2" charset="0"/>
                        </a:rPr>
                        <a:t>60</a:t>
                      </a:r>
                    </a:p>
                  </p:txBody>
                </p:sp>
                <p:sp>
                  <p:nvSpPr>
                    <p:cNvPr id="231" name="Rectangle 230">
                      <a:extLst>
                        <a:ext uri="{FF2B5EF4-FFF2-40B4-BE49-F238E27FC236}">
                          <a16:creationId xmlns:a16="http://schemas.microsoft.com/office/drawing/2014/main" id="{8B2CCB17-3AB5-4D75-B298-909AC0887C65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3124200" y="4343400"/>
                      <a:ext cx="914400" cy="457200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 w="12700">
                      <a:solidFill>
                        <a:schemeClr val="bg1">
                          <a:lumMod val="85000"/>
                        </a:schemeClr>
                      </a:solidFill>
                    </a:ln>
                    <a:sp3d z="1905000"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r>
                        <a:rPr lang="en-US" sz="2400" dirty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MD Thaitype A" panose="00000400000000000000" pitchFamily="2" charset="0"/>
                        </a:rPr>
                        <a:t>min</a:t>
                      </a:r>
                    </a:p>
                  </p:txBody>
                </p:sp>
                <p:sp>
                  <p:nvSpPr>
                    <p:cNvPr id="227" name="Rectangle 226">
                      <a:extLst>
                        <a:ext uri="{FF2B5EF4-FFF2-40B4-BE49-F238E27FC236}">
                          <a16:creationId xmlns:a16="http://schemas.microsoft.com/office/drawing/2014/main" id="{4781FBEA-B19C-4571-B084-DEE2F0523D06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3124200" y="2971800"/>
                      <a:ext cx="914400" cy="457200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 w="12700">
                      <a:solidFill>
                        <a:schemeClr val="bg1">
                          <a:lumMod val="85000"/>
                        </a:schemeClr>
                      </a:solidFill>
                    </a:ln>
                    <a:sp3d z="2222500"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r>
                        <a:rPr lang="en-US" sz="2400" dirty="0">
                          <a:solidFill>
                            <a:srgbClr val="FFFF00"/>
                          </a:solidFill>
                          <a:latin typeface="MD Thaitype A" panose="00000400000000000000" pitchFamily="2" charset="0"/>
                        </a:rPr>
                        <a:t>72</a:t>
                      </a:r>
                    </a:p>
                  </p:txBody>
                </p:sp>
                <p:sp>
                  <p:nvSpPr>
                    <p:cNvPr id="228" name="Rectangle 227">
                      <a:extLst>
                        <a:ext uri="{FF2B5EF4-FFF2-40B4-BE49-F238E27FC236}">
                          <a16:creationId xmlns:a16="http://schemas.microsoft.com/office/drawing/2014/main" id="{CDD69344-0281-4AD3-AC1E-26166AD40657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3124200" y="3429000"/>
                      <a:ext cx="914400" cy="457200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 w="12700">
                      <a:solidFill>
                        <a:schemeClr val="bg1">
                          <a:lumMod val="85000"/>
                        </a:schemeClr>
                      </a:solidFill>
                    </a:ln>
                    <a:sp3d z="2222500"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r>
                        <a:rPr lang="en-US" sz="2400" dirty="0" err="1">
                          <a:solidFill>
                            <a:srgbClr val="FFFF00"/>
                          </a:solidFill>
                          <a:latin typeface="MD Thaitype A" panose="00000400000000000000" pitchFamily="2" charset="0"/>
                        </a:rPr>
                        <a:t>ave</a:t>
                      </a:r>
                      <a:endParaRPr lang="en-US" sz="2400" dirty="0">
                        <a:solidFill>
                          <a:srgbClr val="FFFF00"/>
                        </a:solidFill>
                        <a:latin typeface="MD Thaitype A" panose="00000400000000000000" pitchFamily="2" charset="0"/>
                      </a:endParaRPr>
                    </a:p>
                  </p:txBody>
                </p:sp>
              </p:grpSp>
              <p:sp>
                <p:nvSpPr>
                  <p:cNvPr id="232" name="Rectangle 231">
                    <a:extLst>
                      <a:ext uri="{FF2B5EF4-FFF2-40B4-BE49-F238E27FC236}">
                        <a16:creationId xmlns:a16="http://schemas.microsoft.com/office/drawing/2014/main" id="{58E5D9F8-E44D-44C8-80FD-3018A4EBB5EE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5476875" y="2743200"/>
                    <a:ext cx="1371600" cy="457200"/>
                  </a:xfrm>
                  <a:prstGeom prst="rect">
                    <a:avLst/>
                  </a:prstGeom>
                  <a:solidFill>
                    <a:schemeClr val="tx1">
                      <a:alpha val="28000"/>
                    </a:schemeClr>
                  </a:solidFill>
                  <a:ln w="12700">
                    <a:solidFill>
                      <a:schemeClr val="bg1">
                        <a:lumMod val="85000"/>
                      </a:schemeClr>
                    </a:solidFill>
                  </a:ln>
                  <a:sp3d z="17145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2400" dirty="0">
                        <a:latin typeface="MD Thaitype A" panose="00000400000000000000" pitchFamily="2" charset="0"/>
                      </a:rPr>
                      <a:t>-HOLD-</a:t>
                    </a:r>
                  </a:p>
                </p:txBody>
              </p:sp>
            </p:grpSp>
            <p:sp>
              <p:nvSpPr>
                <p:cNvPr id="236" name="TextBox 235">
                  <a:extLst>
                    <a:ext uri="{FF2B5EF4-FFF2-40B4-BE49-F238E27FC236}">
                      <a16:creationId xmlns:a16="http://schemas.microsoft.com/office/drawing/2014/main" id="{5766EF43-B231-4FD0-9CFA-9BDD44A280CC}"/>
                    </a:ext>
                  </a:extLst>
                </p:cNvPr>
                <p:cNvSpPr txBox="1"/>
                <p:nvPr/>
              </p:nvSpPr>
              <p:spPr>
                <a:xfrm>
                  <a:off x="6260807" y="3600449"/>
                  <a:ext cx="184730" cy="400110"/>
                </a:xfrm>
                <a:prstGeom prst="rect">
                  <a:avLst/>
                </a:prstGeom>
                <a:noFill/>
                <a:sp3d z="1625600"/>
              </p:spPr>
              <p:txBody>
                <a:bodyPr wrap="none" rtlCol="0">
                  <a:spAutoFit/>
                </a:bodyPr>
                <a:lstStyle/>
                <a:p>
                  <a:pPr algn="ctr"/>
                  <a:endParaRPr lang="en-US" sz="2000" i="1" dirty="0"/>
                </a:p>
              </p:txBody>
            </p:sp>
          </p:grpSp>
          <p:sp>
            <p:nvSpPr>
              <p:cNvPr id="88" name="Rectangle 87">
                <a:extLst>
                  <a:ext uri="{FF2B5EF4-FFF2-40B4-BE49-F238E27FC236}">
                    <a16:creationId xmlns:a16="http://schemas.microsoft.com/office/drawing/2014/main" id="{1E759B16-825F-48A7-9DE2-327E5424763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733999" y="4971036"/>
                <a:ext cx="914400" cy="457200"/>
              </a:xfrm>
              <a:prstGeom prst="rect">
                <a:avLst/>
              </a:prstGeom>
              <a:solidFill>
                <a:schemeClr val="tx1">
                  <a:alpha val="28000"/>
                </a:schemeClr>
              </a:solidFill>
              <a:ln w="12700">
                <a:solidFill>
                  <a:schemeClr val="bg1">
                    <a:lumMod val="85000"/>
                  </a:schemeClr>
                </a:solidFill>
              </a:ln>
              <a:sp3d z="27940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solidFill>
                      <a:srgbClr val="002060"/>
                    </a:solidFill>
                    <a:latin typeface="MD Thaitype A" panose="00000400000000000000" pitchFamily="2" charset="0"/>
                  </a:rPr>
                  <a:t>60</a:t>
                </a:r>
              </a:p>
            </p:txBody>
          </p:sp>
          <p:sp>
            <p:nvSpPr>
              <p:cNvPr id="89" name="Rectangle 88">
                <a:extLst>
                  <a:ext uri="{FF2B5EF4-FFF2-40B4-BE49-F238E27FC236}">
                    <a16:creationId xmlns:a16="http://schemas.microsoft.com/office/drawing/2014/main" id="{D0B1C64E-D2DE-4BC2-B900-BC028E7C735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978697" y="4971036"/>
                <a:ext cx="1371600" cy="457200"/>
              </a:xfrm>
              <a:prstGeom prst="rect">
                <a:avLst/>
              </a:prstGeom>
              <a:solidFill>
                <a:schemeClr val="tx1">
                  <a:alpha val="28000"/>
                </a:schemeClr>
              </a:solidFill>
              <a:ln w="12700">
                <a:solidFill>
                  <a:schemeClr val="bg1">
                    <a:lumMod val="85000"/>
                  </a:schemeClr>
                </a:solidFill>
              </a:ln>
              <a:sp3d z="31750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solidFill>
                      <a:schemeClr val="tx1"/>
                    </a:solidFill>
                    <a:latin typeface="MD Thaitype A" panose="00000400000000000000" pitchFamily="2" charset="0"/>
                  </a:rPr>
                  <a:t>-RANGE-</a:t>
                </a:r>
              </a:p>
            </p:txBody>
          </p:sp>
        </p:grpSp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C98F0AF8-2CBC-4CFD-AFAF-76B0A8809C2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727027" y="4953451"/>
              <a:ext cx="914400" cy="457200"/>
            </a:xfrm>
            <a:prstGeom prst="rect">
              <a:avLst/>
            </a:prstGeom>
            <a:solidFill>
              <a:schemeClr val="tx1">
                <a:alpha val="28000"/>
              </a:schemeClr>
            </a:solidFill>
            <a:ln w="12700">
              <a:solidFill>
                <a:schemeClr val="bg1">
                  <a:lumMod val="85000"/>
                </a:schemeClr>
              </a:solidFill>
            </a:ln>
            <a:sp3d z="29210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rgbClr val="FF0000"/>
                  </a:solidFill>
                  <a:latin typeface="MD Thaitype A" panose="00000400000000000000" pitchFamily="2" charset="0"/>
                </a:rPr>
                <a:t>110</a:t>
              </a:r>
            </a:p>
          </p:txBody>
        </p:sp>
      </p:grpSp>
      <p:sp>
        <p:nvSpPr>
          <p:cNvPr id="103" name="TextBox 102">
            <a:extLst>
              <a:ext uri="{FF2B5EF4-FFF2-40B4-BE49-F238E27FC236}">
                <a16:creationId xmlns:a16="http://schemas.microsoft.com/office/drawing/2014/main" id="{D412C412-A40B-4AB7-A0B9-3683B65EE037}"/>
              </a:ext>
            </a:extLst>
          </p:cNvPr>
          <p:cNvSpPr txBox="1"/>
          <p:nvPr/>
        </p:nvSpPr>
        <p:spPr>
          <a:xfrm>
            <a:off x="703177" y="643742"/>
            <a:ext cx="199445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dirty="0"/>
              <a:t>DISPLAY GROUP</a:t>
            </a:r>
          </a:p>
          <a:p>
            <a:pPr algn="ctr"/>
            <a:r>
              <a:rPr lang="en-US" sz="2000" b="1" dirty="0"/>
              <a:t>ELEMENT ORDER</a:t>
            </a:r>
          </a:p>
        </p:txBody>
      </p:sp>
      <p:sp>
        <p:nvSpPr>
          <p:cNvPr id="58" name="Left Brace 57">
            <a:extLst>
              <a:ext uri="{FF2B5EF4-FFF2-40B4-BE49-F238E27FC236}">
                <a16:creationId xmlns:a16="http://schemas.microsoft.com/office/drawing/2014/main" id="{540FD64F-B27C-4426-8CEC-D24C9E9587BD}"/>
              </a:ext>
            </a:extLst>
          </p:cNvPr>
          <p:cNvSpPr/>
          <p:nvPr/>
        </p:nvSpPr>
        <p:spPr>
          <a:xfrm rot="12614237">
            <a:off x="5759055" y="5905824"/>
            <a:ext cx="296117" cy="431768"/>
          </a:xfrm>
          <a:prstGeom prst="leftBrace">
            <a:avLst>
              <a:gd name="adj1" fmla="val 8333"/>
              <a:gd name="adj2" fmla="val 27674"/>
            </a:avLst>
          </a:prstGeom>
          <a:ln w="3810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Left Brace 104">
            <a:extLst>
              <a:ext uri="{FF2B5EF4-FFF2-40B4-BE49-F238E27FC236}">
                <a16:creationId xmlns:a16="http://schemas.microsoft.com/office/drawing/2014/main" id="{5FFD22A5-99EC-4991-8542-1D5F070C215C}"/>
              </a:ext>
            </a:extLst>
          </p:cNvPr>
          <p:cNvSpPr/>
          <p:nvPr/>
        </p:nvSpPr>
        <p:spPr>
          <a:xfrm rot="12694160">
            <a:off x="7475106" y="4694672"/>
            <a:ext cx="296117" cy="684868"/>
          </a:xfrm>
          <a:prstGeom prst="leftBrace">
            <a:avLst>
              <a:gd name="adj1" fmla="val 8333"/>
              <a:gd name="adj2" fmla="val 61316"/>
            </a:avLst>
          </a:prstGeom>
          <a:ln w="38100">
            <a:solidFill>
              <a:srgbClr val="0070C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Left Brace 107">
            <a:extLst>
              <a:ext uri="{FF2B5EF4-FFF2-40B4-BE49-F238E27FC236}">
                <a16:creationId xmlns:a16="http://schemas.microsoft.com/office/drawing/2014/main" id="{0230E561-B4BB-4853-8160-4C0300E00C71}"/>
              </a:ext>
            </a:extLst>
          </p:cNvPr>
          <p:cNvSpPr/>
          <p:nvPr/>
        </p:nvSpPr>
        <p:spPr>
          <a:xfrm rot="12595801">
            <a:off x="6336575" y="5421724"/>
            <a:ext cx="296117" cy="704536"/>
          </a:xfrm>
          <a:prstGeom prst="leftBrace">
            <a:avLst>
              <a:gd name="adj1" fmla="val 8333"/>
              <a:gd name="adj2" fmla="val 44351"/>
            </a:avLst>
          </a:prstGeom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FA17D7FB-591E-462D-9492-8AC21EFE3734}"/>
              </a:ext>
            </a:extLst>
          </p:cNvPr>
          <p:cNvSpPr txBox="1"/>
          <p:nvPr/>
        </p:nvSpPr>
        <p:spPr>
          <a:xfrm>
            <a:off x="6989235" y="4448409"/>
            <a:ext cx="2999223" cy="2126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US" i="1" dirty="0"/>
              <a:t>Background</a:t>
            </a:r>
          </a:p>
          <a:p>
            <a:pPr algn="r">
              <a:lnSpc>
                <a:spcPct val="150000"/>
              </a:lnSpc>
            </a:pPr>
            <a:r>
              <a:rPr lang="en-US" i="1" dirty="0"/>
              <a:t>Element array</a:t>
            </a:r>
          </a:p>
          <a:p>
            <a:pPr algn="r">
              <a:lnSpc>
                <a:spcPct val="150000"/>
              </a:lnSpc>
            </a:pPr>
            <a:r>
              <a:rPr lang="en-US" i="1" dirty="0"/>
              <a:t>Status label</a:t>
            </a:r>
          </a:p>
          <a:p>
            <a:pPr algn="r">
              <a:lnSpc>
                <a:spcPct val="150000"/>
              </a:lnSpc>
            </a:pPr>
            <a:r>
              <a:rPr lang="en-US" i="1" dirty="0"/>
              <a:t>Parameter labels and values</a:t>
            </a:r>
          </a:p>
          <a:p>
            <a:pPr algn="r">
              <a:lnSpc>
                <a:spcPct val="150000"/>
              </a:lnSpc>
            </a:pPr>
            <a:r>
              <a:rPr lang="en-US" i="1" dirty="0"/>
              <a:t>Histogram labels and values</a:t>
            </a:r>
          </a:p>
        </p:txBody>
      </p:sp>
      <p:sp>
        <p:nvSpPr>
          <p:cNvPr id="112" name="Left Brace 111">
            <a:extLst>
              <a:ext uri="{FF2B5EF4-FFF2-40B4-BE49-F238E27FC236}">
                <a16:creationId xmlns:a16="http://schemas.microsoft.com/office/drawing/2014/main" id="{975EB69C-17E8-4E11-AE6D-6697497678CB}"/>
              </a:ext>
            </a:extLst>
          </p:cNvPr>
          <p:cNvSpPr/>
          <p:nvPr/>
        </p:nvSpPr>
        <p:spPr>
          <a:xfrm rot="12614237">
            <a:off x="6891440" y="5193753"/>
            <a:ext cx="296117" cy="418724"/>
          </a:xfrm>
          <a:prstGeom prst="leftBrace">
            <a:avLst>
              <a:gd name="adj1" fmla="val 8333"/>
              <a:gd name="adj2" fmla="val 49659"/>
            </a:avLst>
          </a:prstGeom>
          <a:ln w="38100">
            <a:solidFill>
              <a:srgbClr val="FF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A5817B3E-35A3-48D1-B96B-0D459CFFCCA6}"/>
              </a:ext>
            </a:extLst>
          </p:cNvPr>
          <p:cNvCxnSpPr>
            <a:cxnSpLocks/>
          </p:cNvCxnSpPr>
          <p:nvPr/>
        </p:nvCxnSpPr>
        <p:spPr>
          <a:xfrm>
            <a:off x="10117865" y="4659491"/>
            <a:ext cx="0" cy="1805126"/>
          </a:xfrm>
          <a:prstGeom prst="straightConnector1">
            <a:avLst/>
          </a:prstGeom>
          <a:ln w="44450">
            <a:solidFill>
              <a:srgbClr val="C00000"/>
            </a:solidFill>
            <a:headEnd type="none"/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TextBox 115">
            <a:extLst>
              <a:ext uri="{FF2B5EF4-FFF2-40B4-BE49-F238E27FC236}">
                <a16:creationId xmlns:a16="http://schemas.microsoft.com/office/drawing/2014/main" id="{89AD0584-1FF9-4C3A-A3AE-621D91755AC4}"/>
              </a:ext>
            </a:extLst>
          </p:cNvPr>
          <p:cNvSpPr txBox="1"/>
          <p:nvPr/>
        </p:nvSpPr>
        <p:spPr>
          <a:xfrm>
            <a:off x="10108224" y="4643993"/>
            <a:ext cx="6753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i="1" dirty="0"/>
              <a:t>BACK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76F46A4F-4D3C-4E52-B445-0C579376112B}"/>
              </a:ext>
            </a:extLst>
          </p:cNvPr>
          <p:cNvSpPr txBox="1"/>
          <p:nvPr/>
        </p:nvSpPr>
        <p:spPr>
          <a:xfrm>
            <a:off x="10110576" y="6015752"/>
            <a:ext cx="8254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i="1" dirty="0"/>
              <a:t>FRONT</a:t>
            </a:r>
          </a:p>
        </p:txBody>
      </p: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1668C094-7793-4D5F-9B74-E20D51E5FDEC}"/>
              </a:ext>
            </a:extLst>
          </p:cNvPr>
          <p:cNvCxnSpPr>
            <a:cxnSpLocks/>
          </p:cNvCxnSpPr>
          <p:nvPr/>
        </p:nvCxnSpPr>
        <p:spPr>
          <a:xfrm flipH="1">
            <a:off x="7903464" y="5120992"/>
            <a:ext cx="663171" cy="0"/>
          </a:xfrm>
          <a:prstGeom prst="line">
            <a:avLst/>
          </a:prstGeom>
          <a:ln w="38100">
            <a:solidFill>
              <a:srgbClr val="0070C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Connector 124">
            <a:extLst>
              <a:ext uri="{FF2B5EF4-FFF2-40B4-BE49-F238E27FC236}">
                <a16:creationId xmlns:a16="http://schemas.microsoft.com/office/drawing/2014/main" id="{F9503A24-204A-47C3-B006-C7D503A16254}"/>
              </a:ext>
            </a:extLst>
          </p:cNvPr>
          <p:cNvCxnSpPr>
            <a:cxnSpLocks/>
          </p:cNvCxnSpPr>
          <p:nvPr/>
        </p:nvCxnSpPr>
        <p:spPr>
          <a:xfrm flipH="1">
            <a:off x="7283568" y="5548825"/>
            <a:ext cx="1487788" cy="0"/>
          </a:xfrm>
          <a:prstGeom prst="line">
            <a:avLst/>
          </a:prstGeom>
          <a:ln w="38100">
            <a:solidFill>
              <a:srgbClr val="FF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Straight Connector 127">
            <a:extLst>
              <a:ext uri="{FF2B5EF4-FFF2-40B4-BE49-F238E27FC236}">
                <a16:creationId xmlns:a16="http://schemas.microsoft.com/office/drawing/2014/main" id="{D37DF84B-33F6-4B27-8470-F102D23635C3}"/>
              </a:ext>
            </a:extLst>
          </p:cNvPr>
          <p:cNvCxnSpPr>
            <a:cxnSpLocks/>
          </p:cNvCxnSpPr>
          <p:nvPr/>
        </p:nvCxnSpPr>
        <p:spPr>
          <a:xfrm flipH="1">
            <a:off x="6709525" y="5952029"/>
            <a:ext cx="574043" cy="0"/>
          </a:xfrm>
          <a:prstGeom prst="line">
            <a:avLst/>
          </a:prstGeom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Straight Connector 134">
            <a:extLst>
              <a:ext uri="{FF2B5EF4-FFF2-40B4-BE49-F238E27FC236}">
                <a16:creationId xmlns:a16="http://schemas.microsoft.com/office/drawing/2014/main" id="{E7F0F8D6-712B-4D4C-B56E-08DD5FA21DB4}"/>
              </a:ext>
            </a:extLst>
          </p:cNvPr>
          <p:cNvCxnSpPr>
            <a:cxnSpLocks/>
          </p:cNvCxnSpPr>
          <p:nvPr/>
        </p:nvCxnSpPr>
        <p:spPr>
          <a:xfrm flipH="1">
            <a:off x="6106743" y="6355958"/>
            <a:ext cx="1155508" cy="1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00874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" name="Group 75">
            <a:extLst>
              <a:ext uri="{FF2B5EF4-FFF2-40B4-BE49-F238E27FC236}">
                <a16:creationId xmlns:a16="http://schemas.microsoft.com/office/drawing/2014/main" id="{CE9C5DCF-533F-4687-BCDB-18077D45FD44}"/>
              </a:ext>
            </a:extLst>
          </p:cNvPr>
          <p:cNvGrpSpPr/>
          <p:nvPr/>
        </p:nvGrpSpPr>
        <p:grpSpPr>
          <a:xfrm>
            <a:off x="2841081" y="795130"/>
            <a:ext cx="6427526" cy="5267740"/>
            <a:chOff x="2927056" y="1123535"/>
            <a:chExt cx="6427526" cy="5267740"/>
          </a:xfrm>
        </p:grpSpPr>
        <p:sp>
          <p:nvSpPr>
            <p:cNvPr id="120" name="Rectangle 119">
              <a:extLst>
                <a:ext uri="{FF2B5EF4-FFF2-40B4-BE49-F238E27FC236}">
                  <a16:creationId xmlns:a16="http://schemas.microsoft.com/office/drawing/2014/main" id="{913BD6C8-9A82-463C-92F9-38E07F46D0D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983153" y="1246313"/>
              <a:ext cx="457200" cy="457200"/>
            </a:xfrm>
            <a:prstGeom prst="rect">
              <a:avLst/>
            </a:prstGeom>
            <a:solidFill>
              <a:schemeClr val="bg1"/>
            </a:solidFill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i="1" dirty="0">
                  <a:solidFill>
                    <a:schemeClr val="accent5">
                      <a:lumMod val="75000"/>
                    </a:schemeClr>
                  </a:solidFill>
                </a:rPr>
                <a:t>-2</a:t>
              </a:r>
            </a:p>
          </p:txBody>
        </p:sp>
        <p:sp>
          <p:nvSpPr>
            <p:cNvPr id="121" name="Rectangle 120">
              <a:extLst>
                <a:ext uri="{FF2B5EF4-FFF2-40B4-BE49-F238E27FC236}">
                  <a16:creationId xmlns:a16="http://schemas.microsoft.com/office/drawing/2014/main" id="{1C8D6118-1D99-4924-909B-7F759BA0B19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440353" y="1246313"/>
              <a:ext cx="457200" cy="457200"/>
            </a:xfrm>
            <a:prstGeom prst="rect">
              <a:avLst/>
            </a:prstGeom>
            <a:solidFill>
              <a:schemeClr val="bg1"/>
            </a:solidFill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i="1" dirty="0">
                  <a:solidFill>
                    <a:schemeClr val="accent5">
                      <a:lumMod val="75000"/>
                    </a:schemeClr>
                  </a:solidFill>
                </a:rPr>
                <a:t>-1</a:t>
              </a:r>
            </a:p>
          </p:txBody>
        </p:sp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0517CDED-A331-4ED5-B8F2-9AE8BCA49603}"/>
                </a:ext>
              </a:extLst>
            </p:cNvPr>
            <p:cNvSpPr>
              <a:spLocks noChangeAspect="1"/>
            </p:cNvSpPr>
            <p:nvPr/>
          </p:nvSpPr>
          <p:spPr>
            <a:xfrm rot="5400000">
              <a:off x="3274687" y="1819275"/>
              <a:ext cx="457200" cy="457200"/>
            </a:xfrm>
            <a:prstGeom prst="rect">
              <a:avLst/>
            </a:prstGeom>
            <a:solidFill>
              <a:schemeClr val="bg1"/>
            </a:solidFill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sz="1400" i="1" dirty="0">
                  <a:solidFill>
                    <a:schemeClr val="accent5">
                      <a:lumMod val="75000"/>
                    </a:schemeClr>
                  </a:solidFill>
                </a:rPr>
                <a:t>0</a:t>
              </a:r>
            </a:p>
          </p:txBody>
        </p:sp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62B9BE3D-4476-4A65-8E9E-C735F118F871}"/>
                </a:ext>
              </a:extLst>
            </p:cNvPr>
            <p:cNvSpPr>
              <a:spLocks noChangeAspect="1"/>
            </p:cNvSpPr>
            <p:nvPr/>
          </p:nvSpPr>
          <p:spPr>
            <a:xfrm rot="5400000">
              <a:off x="3274687" y="2276475"/>
              <a:ext cx="457200" cy="457200"/>
            </a:xfrm>
            <a:prstGeom prst="rect">
              <a:avLst/>
            </a:prstGeom>
            <a:solidFill>
              <a:schemeClr val="bg1"/>
            </a:solidFill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sz="1400" i="1" dirty="0">
                  <a:solidFill>
                    <a:schemeClr val="accent5">
                      <a:lumMod val="75000"/>
                    </a:schemeClr>
                  </a:solidFill>
                </a:rPr>
                <a:t>1</a:t>
              </a:r>
            </a:p>
          </p:txBody>
        </p: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068A31F4-F651-4CBD-A005-71F1110738A4}"/>
                </a:ext>
              </a:extLst>
            </p:cNvPr>
            <p:cNvSpPr>
              <a:spLocks noChangeAspect="1"/>
            </p:cNvSpPr>
            <p:nvPr/>
          </p:nvSpPr>
          <p:spPr>
            <a:xfrm rot="5400000">
              <a:off x="3274687" y="2733675"/>
              <a:ext cx="457200" cy="457200"/>
            </a:xfrm>
            <a:prstGeom prst="rect">
              <a:avLst/>
            </a:prstGeom>
            <a:solidFill>
              <a:schemeClr val="bg1"/>
            </a:solidFill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sz="1400" i="1" dirty="0">
                  <a:solidFill>
                    <a:schemeClr val="accent5">
                      <a:lumMod val="75000"/>
                    </a:schemeClr>
                  </a:solidFill>
                </a:rPr>
                <a:t>2</a:t>
              </a:r>
            </a:p>
          </p:txBody>
        </p:sp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7B983E1F-3822-49EF-8101-047DF2685F11}"/>
                </a:ext>
              </a:extLst>
            </p:cNvPr>
            <p:cNvSpPr>
              <a:spLocks noChangeAspect="1"/>
            </p:cNvSpPr>
            <p:nvPr/>
          </p:nvSpPr>
          <p:spPr>
            <a:xfrm rot="5400000">
              <a:off x="3274687" y="3190875"/>
              <a:ext cx="457200" cy="457200"/>
            </a:xfrm>
            <a:prstGeom prst="rect">
              <a:avLst/>
            </a:prstGeom>
            <a:solidFill>
              <a:schemeClr val="bg1"/>
            </a:solidFill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sz="1400" i="1" dirty="0">
                  <a:solidFill>
                    <a:schemeClr val="accent5">
                      <a:lumMod val="75000"/>
                    </a:schemeClr>
                  </a:solidFill>
                </a:rPr>
                <a:t>3</a:t>
              </a:r>
            </a:p>
          </p:txBody>
        </p:sp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0B888764-80AA-4140-9846-8D079325A6C1}"/>
                </a:ext>
              </a:extLst>
            </p:cNvPr>
            <p:cNvSpPr>
              <a:spLocks noChangeAspect="1"/>
            </p:cNvSpPr>
            <p:nvPr/>
          </p:nvSpPr>
          <p:spPr>
            <a:xfrm rot="5400000">
              <a:off x="3274687" y="3648075"/>
              <a:ext cx="457200" cy="457200"/>
            </a:xfrm>
            <a:prstGeom prst="rect">
              <a:avLst/>
            </a:prstGeom>
            <a:solidFill>
              <a:schemeClr val="bg1"/>
            </a:solidFill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sz="1400" i="1" dirty="0">
                  <a:solidFill>
                    <a:schemeClr val="accent5">
                      <a:lumMod val="75000"/>
                    </a:schemeClr>
                  </a:solidFill>
                </a:rPr>
                <a:t>4</a:t>
              </a:r>
            </a:p>
          </p:txBody>
        </p:sp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0035EA0E-ECC1-4805-8589-F552B4584766}"/>
                </a:ext>
              </a:extLst>
            </p:cNvPr>
            <p:cNvSpPr>
              <a:spLocks noChangeAspect="1"/>
            </p:cNvSpPr>
            <p:nvPr/>
          </p:nvSpPr>
          <p:spPr>
            <a:xfrm rot="5400000">
              <a:off x="3274687" y="4105275"/>
              <a:ext cx="457200" cy="457200"/>
            </a:xfrm>
            <a:prstGeom prst="rect">
              <a:avLst/>
            </a:prstGeom>
            <a:solidFill>
              <a:schemeClr val="bg1"/>
            </a:solidFill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sz="1400" i="1" dirty="0">
                  <a:solidFill>
                    <a:schemeClr val="accent5">
                      <a:lumMod val="75000"/>
                    </a:schemeClr>
                  </a:solidFill>
                </a:rPr>
                <a:t>5</a:t>
              </a:r>
            </a:p>
          </p:txBody>
        </p:sp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4D5A6989-CE74-4EBC-BCB4-DE08741C330F}"/>
                </a:ext>
              </a:extLst>
            </p:cNvPr>
            <p:cNvSpPr>
              <a:spLocks noChangeAspect="1"/>
            </p:cNvSpPr>
            <p:nvPr/>
          </p:nvSpPr>
          <p:spPr>
            <a:xfrm rot="5400000">
              <a:off x="3274687" y="4562475"/>
              <a:ext cx="457200" cy="457200"/>
            </a:xfrm>
            <a:prstGeom prst="rect">
              <a:avLst/>
            </a:prstGeom>
            <a:solidFill>
              <a:schemeClr val="bg1"/>
            </a:solidFill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sz="1400" i="1" dirty="0">
                  <a:solidFill>
                    <a:schemeClr val="accent5">
                      <a:lumMod val="75000"/>
                    </a:schemeClr>
                  </a:solidFill>
                </a:rPr>
                <a:t>6</a:t>
              </a:r>
            </a:p>
          </p:txBody>
        </p:sp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3CBE7B13-AE32-445E-A19E-289E5197965C}"/>
                </a:ext>
              </a:extLst>
            </p:cNvPr>
            <p:cNvSpPr>
              <a:spLocks noChangeAspect="1"/>
            </p:cNvSpPr>
            <p:nvPr/>
          </p:nvSpPr>
          <p:spPr>
            <a:xfrm rot="5400000">
              <a:off x="3274687" y="5019675"/>
              <a:ext cx="457200" cy="457200"/>
            </a:xfrm>
            <a:prstGeom prst="rect">
              <a:avLst/>
            </a:prstGeom>
            <a:solidFill>
              <a:schemeClr val="bg1"/>
            </a:solidFill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sz="1400" i="1" dirty="0">
                  <a:solidFill>
                    <a:schemeClr val="accent5">
                      <a:lumMod val="75000"/>
                    </a:schemeClr>
                  </a:solidFill>
                </a:rPr>
                <a:t>7</a:t>
              </a:r>
            </a:p>
          </p:txBody>
        </p:sp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7AE5460F-00F3-4CD4-BDC7-3DCFEA8F556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907396" y="1246313"/>
              <a:ext cx="457200" cy="457200"/>
            </a:xfrm>
            <a:prstGeom prst="rect">
              <a:avLst/>
            </a:prstGeom>
            <a:solidFill>
              <a:schemeClr val="bg1"/>
            </a:solidFill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i="1" dirty="0">
                  <a:solidFill>
                    <a:schemeClr val="accent5">
                      <a:lumMod val="75000"/>
                    </a:schemeClr>
                  </a:solidFill>
                </a:rPr>
                <a:t>0</a:t>
              </a:r>
            </a:p>
          </p:txBody>
        </p:sp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C6A9BEEE-868F-43D9-B620-C81F75868D0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364596" y="1246313"/>
              <a:ext cx="457200" cy="457200"/>
            </a:xfrm>
            <a:prstGeom prst="rect">
              <a:avLst/>
            </a:prstGeom>
            <a:solidFill>
              <a:schemeClr val="bg1"/>
            </a:solidFill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i="1" dirty="0">
                  <a:solidFill>
                    <a:schemeClr val="accent5">
                      <a:lumMod val="75000"/>
                    </a:schemeClr>
                  </a:solidFill>
                </a:rPr>
                <a:t>1</a:t>
              </a:r>
            </a:p>
          </p:txBody>
        </p:sp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AFD677D0-8A76-4B51-9B5D-60D2F25C814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21796" y="1246313"/>
              <a:ext cx="457200" cy="457200"/>
            </a:xfrm>
            <a:prstGeom prst="rect">
              <a:avLst/>
            </a:prstGeom>
            <a:solidFill>
              <a:schemeClr val="bg1"/>
            </a:solidFill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i="1" dirty="0">
                  <a:solidFill>
                    <a:schemeClr val="accent5">
                      <a:lumMod val="75000"/>
                    </a:schemeClr>
                  </a:solidFill>
                </a:rPr>
                <a:t>2</a:t>
              </a:r>
            </a:p>
          </p:txBody>
        </p:sp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124EDDDE-A4ED-4C67-B871-3017E7FD561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278996" y="1246313"/>
              <a:ext cx="457200" cy="457200"/>
            </a:xfrm>
            <a:prstGeom prst="rect">
              <a:avLst/>
            </a:prstGeom>
            <a:solidFill>
              <a:schemeClr val="bg1"/>
            </a:solidFill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i="1" dirty="0">
                  <a:solidFill>
                    <a:schemeClr val="accent5">
                      <a:lumMod val="75000"/>
                    </a:schemeClr>
                  </a:solidFill>
                </a:rPr>
                <a:t>3</a:t>
              </a:r>
            </a:p>
          </p:txBody>
        </p:sp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27EDB5CF-8272-47F2-8917-5E2DFB498A1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736196" y="1246313"/>
              <a:ext cx="457200" cy="457200"/>
            </a:xfrm>
            <a:prstGeom prst="rect">
              <a:avLst/>
            </a:prstGeom>
            <a:solidFill>
              <a:schemeClr val="bg1"/>
            </a:solidFill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i="1" dirty="0">
                  <a:solidFill>
                    <a:schemeClr val="accent5">
                      <a:lumMod val="75000"/>
                    </a:schemeClr>
                  </a:solidFill>
                </a:rPr>
                <a:t>4</a:t>
              </a:r>
            </a:p>
          </p:txBody>
        </p:sp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DE31B8DD-0DEB-4258-995C-6B602ABA463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193396" y="1246313"/>
              <a:ext cx="457200" cy="457200"/>
            </a:xfrm>
            <a:prstGeom prst="rect">
              <a:avLst/>
            </a:prstGeom>
            <a:solidFill>
              <a:schemeClr val="bg1"/>
            </a:solidFill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i="1" dirty="0">
                  <a:solidFill>
                    <a:schemeClr val="accent5">
                      <a:lumMod val="75000"/>
                    </a:schemeClr>
                  </a:solidFill>
                </a:rPr>
                <a:t>5</a:t>
              </a:r>
            </a:p>
          </p:txBody>
        </p:sp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E4432D06-3130-4601-886F-C251FCC8C09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650596" y="1246313"/>
              <a:ext cx="457200" cy="457200"/>
            </a:xfrm>
            <a:prstGeom prst="rect">
              <a:avLst/>
            </a:prstGeom>
            <a:solidFill>
              <a:schemeClr val="bg1"/>
            </a:solidFill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i="1" dirty="0">
                  <a:solidFill>
                    <a:schemeClr val="accent5">
                      <a:lumMod val="75000"/>
                    </a:schemeClr>
                  </a:solidFill>
                </a:rPr>
                <a:t>6</a:t>
              </a:r>
            </a:p>
          </p:txBody>
        </p:sp>
        <p:sp>
          <p:nvSpPr>
            <p:cNvPr id="110" name="Rectangle 109">
              <a:extLst>
                <a:ext uri="{FF2B5EF4-FFF2-40B4-BE49-F238E27FC236}">
                  <a16:creationId xmlns:a16="http://schemas.microsoft.com/office/drawing/2014/main" id="{0BCE79F9-BBF5-4655-8DF2-D2F847E8E62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107796" y="1246313"/>
              <a:ext cx="457200" cy="457200"/>
            </a:xfrm>
            <a:prstGeom prst="rect">
              <a:avLst/>
            </a:prstGeom>
            <a:solidFill>
              <a:schemeClr val="bg1"/>
            </a:solidFill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i="1" dirty="0">
                  <a:solidFill>
                    <a:schemeClr val="accent5">
                      <a:lumMod val="75000"/>
                    </a:schemeClr>
                  </a:solidFill>
                </a:rPr>
                <a:t>7</a:t>
              </a:r>
            </a:p>
          </p:txBody>
        </p: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18543EE6-477D-4408-B239-135FAB9642C8}"/>
                </a:ext>
              </a:extLst>
            </p:cNvPr>
            <p:cNvSpPr txBox="1"/>
            <p:nvPr/>
          </p:nvSpPr>
          <p:spPr>
            <a:xfrm>
              <a:off x="5904550" y="1123535"/>
              <a:ext cx="80329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i="1" dirty="0">
                  <a:solidFill>
                    <a:srgbClr val="0070C0"/>
                  </a:solidFill>
                </a:rPr>
                <a:t>column</a:t>
              </a:r>
            </a:p>
          </p:txBody>
        </p: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D309A7BE-7BC7-49D6-B763-7DDB33C6E33B}"/>
                </a:ext>
              </a:extLst>
            </p:cNvPr>
            <p:cNvSpPr txBox="1"/>
            <p:nvPr/>
          </p:nvSpPr>
          <p:spPr>
            <a:xfrm>
              <a:off x="3080966" y="3441676"/>
              <a:ext cx="430887" cy="415114"/>
            </a:xfrm>
            <a:prstGeom prst="rect">
              <a:avLst/>
            </a:prstGeom>
            <a:noFill/>
          </p:spPr>
          <p:txBody>
            <a:bodyPr vert="vert270" wrap="none" rtlCol="0">
              <a:spAutoFit/>
            </a:bodyPr>
            <a:lstStyle/>
            <a:p>
              <a:pPr algn="ctr"/>
              <a:r>
                <a:rPr lang="en-US" sz="1600" i="1" dirty="0">
                  <a:solidFill>
                    <a:srgbClr val="0070C0"/>
                  </a:solidFill>
                </a:rPr>
                <a:t>row</a:t>
              </a:r>
            </a:p>
          </p:txBody>
        </p:sp>
        <p:sp>
          <p:nvSpPr>
            <p:cNvPr id="222" name="TextBox 221">
              <a:extLst>
                <a:ext uri="{FF2B5EF4-FFF2-40B4-BE49-F238E27FC236}">
                  <a16:creationId xmlns:a16="http://schemas.microsoft.com/office/drawing/2014/main" id="{9937CCE5-BE17-406E-9BF3-B9D4DBA3D2AA}"/>
                </a:ext>
              </a:extLst>
            </p:cNvPr>
            <p:cNvSpPr txBox="1"/>
            <p:nvPr/>
          </p:nvSpPr>
          <p:spPr>
            <a:xfrm>
              <a:off x="4825191" y="5991165"/>
              <a:ext cx="290881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/>
                <a:t>DISPLAY X-Y ADDRESSING</a:t>
              </a:r>
            </a:p>
          </p:txBody>
        </p: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379A8574-6E48-46ED-923C-F2D64DC137B4}"/>
                </a:ext>
              </a:extLst>
            </p:cNvPr>
            <p:cNvGrpSpPr/>
            <p:nvPr/>
          </p:nvGrpSpPr>
          <p:grpSpPr>
            <a:xfrm>
              <a:off x="3771900" y="1657350"/>
              <a:ext cx="4962524" cy="3971925"/>
              <a:chOff x="3114675" y="981075"/>
              <a:chExt cx="4962524" cy="3971925"/>
            </a:xfrm>
          </p:grpSpPr>
          <p:sp>
            <p:nvSpPr>
              <p:cNvPr id="233" name="Rectangle 232">
                <a:extLst>
                  <a:ext uri="{FF2B5EF4-FFF2-40B4-BE49-F238E27FC236}">
                    <a16:creationId xmlns:a16="http://schemas.microsoft.com/office/drawing/2014/main" id="{4EF2F75D-B37A-4561-A8D5-AB1DADBAED26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3114675" y="981075"/>
                <a:ext cx="4962524" cy="3971925"/>
              </a:xfrm>
              <a:prstGeom prst="rect">
                <a:avLst/>
              </a:prstGeom>
              <a:solidFill>
                <a:schemeClr val="tx1"/>
              </a:solidFill>
              <a:ln w="254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US" sz="1600" b="1" dirty="0"/>
              </a:p>
            </p:txBody>
          </p:sp>
          <p:grpSp>
            <p:nvGrpSpPr>
              <p:cNvPr id="153" name="Group 152">
                <a:extLst>
                  <a:ext uri="{FF2B5EF4-FFF2-40B4-BE49-F238E27FC236}">
                    <a16:creationId xmlns:a16="http://schemas.microsoft.com/office/drawing/2014/main" id="{1BD13118-18DF-4233-ACBD-C34995B15105}"/>
                  </a:ext>
                </a:extLst>
              </p:cNvPr>
              <p:cNvGrpSpPr/>
              <p:nvPr/>
            </p:nvGrpSpPr>
            <p:grpSpPr>
              <a:xfrm>
                <a:off x="4267200" y="1143000"/>
                <a:ext cx="3657600" cy="3657600"/>
                <a:chOff x="1652912" y="1600200"/>
                <a:chExt cx="3657600" cy="3657600"/>
              </a:xfrm>
            </p:grpSpPr>
            <p:sp>
              <p:nvSpPr>
                <p:cNvPr id="4" name="Rectangle 3">
                  <a:extLst>
                    <a:ext uri="{FF2B5EF4-FFF2-40B4-BE49-F238E27FC236}">
                      <a16:creationId xmlns:a16="http://schemas.microsoft.com/office/drawing/2014/main" id="{B47B4E46-CB89-454A-B3AF-07FBD29AE354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652912" y="1600200"/>
                  <a:ext cx="457200" cy="457200"/>
                </a:xfrm>
                <a:prstGeom prst="rect">
                  <a:avLst/>
                </a:prstGeom>
                <a:solidFill>
                  <a:schemeClr val="accent5">
                    <a:lumMod val="75000"/>
                  </a:schemeClr>
                </a:solidFill>
                <a:ln w="25400">
                  <a:solidFill>
                    <a:schemeClr val="accent5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 dirty="0"/>
                </a:p>
              </p:txBody>
            </p:sp>
            <p:sp>
              <p:nvSpPr>
                <p:cNvPr id="5" name="Rectangle 4">
                  <a:extLst>
                    <a:ext uri="{FF2B5EF4-FFF2-40B4-BE49-F238E27FC236}">
                      <a16:creationId xmlns:a16="http://schemas.microsoft.com/office/drawing/2014/main" id="{54D66DD8-4A17-4BA7-A672-22A1D98C0269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652912" y="2057400"/>
                  <a:ext cx="457200" cy="457200"/>
                </a:xfrm>
                <a:prstGeom prst="rect">
                  <a:avLst/>
                </a:prstGeom>
                <a:solidFill>
                  <a:schemeClr val="accent5">
                    <a:lumMod val="75000"/>
                  </a:schemeClr>
                </a:solidFill>
                <a:ln w="25400">
                  <a:solidFill>
                    <a:schemeClr val="accent5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 dirty="0"/>
                </a:p>
              </p:txBody>
            </p:sp>
            <p:sp>
              <p:nvSpPr>
                <p:cNvPr id="6" name="Rectangle 5">
                  <a:extLst>
                    <a:ext uri="{FF2B5EF4-FFF2-40B4-BE49-F238E27FC236}">
                      <a16:creationId xmlns:a16="http://schemas.microsoft.com/office/drawing/2014/main" id="{BECC4F42-B945-43EA-93BE-960F338E660A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652912" y="2514600"/>
                  <a:ext cx="457200" cy="457200"/>
                </a:xfrm>
                <a:prstGeom prst="rect">
                  <a:avLst/>
                </a:prstGeom>
                <a:solidFill>
                  <a:schemeClr val="accent5">
                    <a:lumMod val="75000"/>
                  </a:schemeClr>
                </a:solidFill>
                <a:ln w="25400">
                  <a:solidFill>
                    <a:schemeClr val="accent5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 dirty="0"/>
                </a:p>
              </p:txBody>
            </p:sp>
            <p:sp>
              <p:nvSpPr>
                <p:cNvPr id="7" name="Rectangle 6">
                  <a:extLst>
                    <a:ext uri="{FF2B5EF4-FFF2-40B4-BE49-F238E27FC236}">
                      <a16:creationId xmlns:a16="http://schemas.microsoft.com/office/drawing/2014/main" id="{5CD7A697-622C-419C-B799-26A6858B85E2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652912" y="2971800"/>
                  <a:ext cx="457200" cy="457200"/>
                </a:xfrm>
                <a:prstGeom prst="rect">
                  <a:avLst/>
                </a:prstGeom>
                <a:solidFill>
                  <a:schemeClr val="accent5">
                    <a:lumMod val="75000"/>
                  </a:schemeClr>
                </a:solidFill>
                <a:ln w="25400">
                  <a:solidFill>
                    <a:schemeClr val="accent5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 dirty="0"/>
                </a:p>
              </p:txBody>
            </p:sp>
            <p:sp>
              <p:nvSpPr>
                <p:cNvPr id="8" name="Rectangle 7">
                  <a:extLst>
                    <a:ext uri="{FF2B5EF4-FFF2-40B4-BE49-F238E27FC236}">
                      <a16:creationId xmlns:a16="http://schemas.microsoft.com/office/drawing/2014/main" id="{A4759DDA-E73E-4387-8ACB-7BF783016CF5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652912" y="3429000"/>
                  <a:ext cx="457200" cy="457200"/>
                </a:xfrm>
                <a:prstGeom prst="rect">
                  <a:avLst/>
                </a:prstGeom>
                <a:solidFill>
                  <a:schemeClr val="accent5">
                    <a:lumMod val="75000"/>
                  </a:schemeClr>
                </a:solidFill>
                <a:ln w="25400">
                  <a:solidFill>
                    <a:schemeClr val="accent5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 dirty="0"/>
                </a:p>
              </p:txBody>
            </p:sp>
            <p:sp>
              <p:nvSpPr>
                <p:cNvPr id="9" name="Rectangle 8">
                  <a:extLst>
                    <a:ext uri="{FF2B5EF4-FFF2-40B4-BE49-F238E27FC236}">
                      <a16:creationId xmlns:a16="http://schemas.microsoft.com/office/drawing/2014/main" id="{22AC7BDB-60A5-4182-9E07-4D8660303AB6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652912" y="3886200"/>
                  <a:ext cx="457200" cy="457200"/>
                </a:xfrm>
                <a:prstGeom prst="rect">
                  <a:avLst/>
                </a:prstGeom>
                <a:solidFill>
                  <a:schemeClr val="accent5">
                    <a:lumMod val="75000"/>
                  </a:schemeClr>
                </a:solidFill>
                <a:ln w="25400">
                  <a:solidFill>
                    <a:schemeClr val="accent5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 dirty="0"/>
                </a:p>
              </p:txBody>
            </p:sp>
            <p:sp>
              <p:nvSpPr>
                <p:cNvPr id="10" name="Rectangle 9">
                  <a:extLst>
                    <a:ext uri="{FF2B5EF4-FFF2-40B4-BE49-F238E27FC236}">
                      <a16:creationId xmlns:a16="http://schemas.microsoft.com/office/drawing/2014/main" id="{58F8881F-427F-4FD1-9A71-3C3546AD39BF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652912" y="4343400"/>
                  <a:ext cx="457200" cy="457200"/>
                </a:xfrm>
                <a:prstGeom prst="rect">
                  <a:avLst/>
                </a:prstGeom>
                <a:solidFill>
                  <a:schemeClr val="accent5">
                    <a:lumMod val="75000"/>
                  </a:schemeClr>
                </a:solidFill>
                <a:ln w="25400">
                  <a:solidFill>
                    <a:schemeClr val="accent5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 dirty="0"/>
                </a:p>
              </p:txBody>
            </p:sp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1D0A510D-CC8A-4E47-B0FC-3CB857546E9C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652912" y="4800600"/>
                  <a:ext cx="457200" cy="457200"/>
                </a:xfrm>
                <a:prstGeom prst="rect">
                  <a:avLst/>
                </a:prstGeom>
                <a:solidFill>
                  <a:schemeClr val="accent5">
                    <a:lumMod val="75000"/>
                  </a:schemeClr>
                </a:solidFill>
                <a:ln w="25400">
                  <a:solidFill>
                    <a:schemeClr val="accent5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 dirty="0"/>
                </a:p>
              </p:txBody>
            </p:sp>
            <p:sp>
              <p:nvSpPr>
                <p:cNvPr id="14" name="Rectangle 13">
                  <a:extLst>
                    <a:ext uri="{FF2B5EF4-FFF2-40B4-BE49-F238E27FC236}">
                      <a16:creationId xmlns:a16="http://schemas.microsoft.com/office/drawing/2014/main" id="{1595ECBF-73C4-4C8A-BA4F-B27ABFA113CF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110112" y="1600200"/>
                  <a:ext cx="457200" cy="457200"/>
                </a:xfrm>
                <a:prstGeom prst="rect">
                  <a:avLst/>
                </a:prstGeom>
                <a:solidFill>
                  <a:schemeClr val="accent5">
                    <a:lumMod val="75000"/>
                  </a:schemeClr>
                </a:solidFill>
                <a:ln w="25400">
                  <a:solidFill>
                    <a:schemeClr val="accent5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 dirty="0"/>
                </a:p>
              </p:txBody>
            </p:sp>
            <p:sp>
              <p:nvSpPr>
                <p:cNvPr id="15" name="Rectangle 14">
                  <a:extLst>
                    <a:ext uri="{FF2B5EF4-FFF2-40B4-BE49-F238E27FC236}">
                      <a16:creationId xmlns:a16="http://schemas.microsoft.com/office/drawing/2014/main" id="{EA2ADB09-B37F-4C06-A264-D79B91F6896D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110112" y="2057400"/>
                  <a:ext cx="457200" cy="457200"/>
                </a:xfrm>
                <a:prstGeom prst="rect">
                  <a:avLst/>
                </a:prstGeom>
                <a:solidFill>
                  <a:schemeClr val="accent5">
                    <a:lumMod val="75000"/>
                  </a:schemeClr>
                </a:solidFill>
                <a:ln w="25400">
                  <a:solidFill>
                    <a:schemeClr val="accent5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 dirty="0"/>
                </a:p>
              </p:txBody>
            </p:sp>
            <p:sp>
              <p:nvSpPr>
                <p:cNvPr id="16" name="Rectangle 15">
                  <a:extLst>
                    <a:ext uri="{FF2B5EF4-FFF2-40B4-BE49-F238E27FC236}">
                      <a16:creationId xmlns:a16="http://schemas.microsoft.com/office/drawing/2014/main" id="{8CB4C094-E8B2-41C1-8044-86F3C7C463AA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110112" y="2514600"/>
                  <a:ext cx="457200" cy="457200"/>
                </a:xfrm>
                <a:prstGeom prst="rect">
                  <a:avLst/>
                </a:prstGeom>
                <a:solidFill>
                  <a:schemeClr val="accent5">
                    <a:lumMod val="75000"/>
                  </a:schemeClr>
                </a:solidFill>
                <a:ln w="25400">
                  <a:solidFill>
                    <a:schemeClr val="accent5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 dirty="0"/>
                </a:p>
              </p:txBody>
            </p:sp>
            <p:sp>
              <p:nvSpPr>
                <p:cNvPr id="17" name="Rectangle 16">
                  <a:extLst>
                    <a:ext uri="{FF2B5EF4-FFF2-40B4-BE49-F238E27FC236}">
                      <a16:creationId xmlns:a16="http://schemas.microsoft.com/office/drawing/2014/main" id="{C87D8CC3-F6D3-4E2A-9566-85526A1F56A5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110112" y="2971800"/>
                  <a:ext cx="457200" cy="457200"/>
                </a:xfrm>
                <a:prstGeom prst="rect">
                  <a:avLst/>
                </a:prstGeom>
                <a:solidFill>
                  <a:schemeClr val="accent5">
                    <a:lumMod val="75000"/>
                  </a:schemeClr>
                </a:solidFill>
                <a:ln w="25400">
                  <a:solidFill>
                    <a:schemeClr val="accent5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 dirty="0"/>
                </a:p>
              </p:txBody>
            </p:sp>
            <p:sp>
              <p:nvSpPr>
                <p:cNvPr id="18" name="Rectangle 17">
                  <a:extLst>
                    <a:ext uri="{FF2B5EF4-FFF2-40B4-BE49-F238E27FC236}">
                      <a16:creationId xmlns:a16="http://schemas.microsoft.com/office/drawing/2014/main" id="{CF4912C9-68B1-479F-BFB9-CCCBFDA1A603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110112" y="3429000"/>
                  <a:ext cx="457200" cy="457200"/>
                </a:xfrm>
                <a:prstGeom prst="rect">
                  <a:avLst/>
                </a:prstGeom>
                <a:solidFill>
                  <a:schemeClr val="accent5">
                    <a:lumMod val="75000"/>
                  </a:schemeClr>
                </a:solidFill>
                <a:ln w="25400">
                  <a:solidFill>
                    <a:schemeClr val="accent5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 dirty="0"/>
                </a:p>
              </p:txBody>
            </p:sp>
            <p:sp>
              <p:nvSpPr>
                <p:cNvPr id="19" name="Rectangle 18">
                  <a:extLst>
                    <a:ext uri="{FF2B5EF4-FFF2-40B4-BE49-F238E27FC236}">
                      <a16:creationId xmlns:a16="http://schemas.microsoft.com/office/drawing/2014/main" id="{92B979C1-ACAD-4078-9105-B8569D282929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110112" y="3886200"/>
                  <a:ext cx="457200" cy="457200"/>
                </a:xfrm>
                <a:prstGeom prst="rect">
                  <a:avLst/>
                </a:prstGeom>
                <a:solidFill>
                  <a:schemeClr val="accent5">
                    <a:lumMod val="75000"/>
                  </a:schemeClr>
                </a:solidFill>
                <a:ln w="25400">
                  <a:solidFill>
                    <a:schemeClr val="accent5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 dirty="0"/>
                </a:p>
              </p:txBody>
            </p:sp>
            <p:sp>
              <p:nvSpPr>
                <p:cNvPr id="20" name="Rectangle 19">
                  <a:extLst>
                    <a:ext uri="{FF2B5EF4-FFF2-40B4-BE49-F238E27FC236}">
                      <a16:creationId xmlns:a16="http://schemas.microsoft.com/office/drawing/2014/main" id="{3D049480-999B-4BF6-9B06-5A8D0EA50B74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110112" y="4343400"/>
                  <a:ext cx="457200" cy="457200"/>
                </a:xfrm>
                <a:prstGeom prst="rect">
                  <a:avLst/>
                </a:prstGeom>
                <a:solidFill>
                  <a:schemeClr val="accent5">
                    <a:lumMod val="75000"/>
                  </a:schemeClr>
                </a:solidFill>
                <a:ln w="25400">
                  <a:solidFill>
                    <a:schemeClr val="accent5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 dirty="0"/>
                </a:p>
              </p:txBody>
            </p:sp>
            <p:sp>
              <p:nvSpPr>
                <p:cNvPr id="21" name="Rectangle 20">
                  <a:extLst>
                    <a:ext uri="{FF2B5EF4-FFF2-40B4-BE49-F238E27FC236}">
                      <a16:creationId xmlns:a16="http://schemas.microsoft.com/office/drawing/2014/main" id="{E884572B-7114-40EC-8495-A5451535C814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110112" y="4800600"/>
                  <a:ext cx="457200" cy="457200"/>
                </a:xfrm>
                <a:prstGeom prst="rect">
                  <a:avLst/>
                </a:prstGeom>
                <a:solidFill>
                  <a:schemeClr val="accent5">
                    <a:lumMod val="75000"/>
                  </a:schemeClr>
                </a:solidFill>
                <a:ln w="25400">
                  <a:solidFill>
                    <a:schemeClr val="accent5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 dirty="0"/>
                </a:p>
              </p:txBody>
            </p:sp>
            <p:sp>
              <p:nvSpPr>
                <p:cNvPr id="23" name="Rectangle 22">
                  <a:extLst>
                    <a:ext uri="{FF2B5EF4-FFF2-40B4-BE49-F238E27FC236}">
                      <a16:creationId xmlns:a16="http://schemas.microsoft.com/office/drawing/2014/main" id="{1FFBDE58-9E06-4960-989C-EFD3D24D54AC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567312" y="1600200"/>
                  <a:ext cx="457200" cy="457200"/>
                </a:xfrm>
                <a:prstGeom prst="rect">
                  <a:avLst/>
                </a:prstGeom>
                <a:solidFill>
                  <a:schemeClr val="accent5">
                    <a:lumMod val="75000"/>
                  </a:schemeClr>
                </a:solidFill>
                <a:ln w="25400">
                  <a:solidFill>
                    <a:schemeClr val="accent5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 dirty="0"/>
                </a:p>
              </p:txBody>
            </p:sp>
            <p:sp>
              <p:nvSpPr>
                <p:cNvPr id="24" name="Rectangle 23">
                  <a:extLst>
                    <a:ext uri="{FF2B5EF4-FFF2-40B4-BE49-F238E27FC236}">
                      <a16:creationId xmlns:a16="http://schemas.microsoft.com/office/drawing/2014/main" id="{7E2A6029-3FA7-4947-AF43-A38A16542A4B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567312" y="2057400"/>
                  <a:ext cx="457200" cy="457200"/>
                </a:xfrm>
                <a:prstGeom prst="rect">
                  <a:avLst/>
                </a:prstGeom>
                <a:solidFill>
                  <a:schemeClr val="accent5">
                    <a:lumMod val="75000"/>
                  </a:schemeClr>
                </a:solidFill>
                <a:ln w="25400">
                  <a:solidFill>
                    <a:schemeClr val="accent5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 dirty="0"/>
                </a:p>
              </p:txBody>
            </p:sp>
            <p:sp>
              <p:nvSpPr>
                <p:cNvPr id="25" name="Rectangle 24">
                  <a:extLst>
                    <a:ext uri="{FF2B5EF4-FFF2-40B4-BE49-F238E27FC236}">
                      <a16:creationId xmlns:a16="http://schemas.microsoft.com/office/drawing/2014/main" id="{6CD460B0-46A2-4964-9C34-4F63EA199417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567312" y="2514600"/>
                  <a:ext cx="457200" cy="457200"/>
                </a:xfrm>
                <a:prstGeom prst="rect">
                  <a:avLst/>
                </a:prstGeom>
                <a:solidFill>
                  <a:schemeClr val="accent5">
                    <a:lumMod val="75000"/>
                  </a:schemeClr>
                </a:solidFill>
                <a:ln w="25400">
                  <a:solidFill>
                    <a:schemeClr val="accent5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 dirty="0"/>
                </a:p>
              </p:txBody>
            </p:sp>
            <p:sp>
              <p:nvSpPr>
                <p:cNvPr id="26" name="Rectangle 25">
                  <a:extLst>
                    <a:ext uri="{FF2B5EF4-FFF2-40B4-BE49-F238E27FC236}">
                      <a16:creationId xmlns:a16="http://schemas.microsoft.com/office/drawing/2014/main" id="{2DDFBFAD-670A-4748-A94D-1E64E80B15A6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567312" y="2971800"/>
                  <a:ext cx="457200" cy="457200"/>
                </a:xfrm>
                <a:prstGeom prst="rect">
                  <a:avLst/>
                </a:prstGeom>
                <a:solidFill>
                  <a:schemeClr val="accent5">
                    <a:lumMod val="75000"/>
                  </a:schemeClr>
                </a:solidFill>
                <a:ln w="25400">
                  <a:solidFill>
                    <a:schemeClr val="accent5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 dirty="0"/>
                </a:p>
              </p:txBody>
            </p:sp>
            <p:sp>
              <p:nvSpPr>
                <p:cNvPr id="27" name="Rectangle 26">
                  <a:extLst>
                    <a:ext uri="{FF2B5EF4-FFF2-40B4-BE49-F238E27FC236}">
                      <a16:creationId xmlns:a16="http://schemas.microsoft.com/office/drawing/2014/main" id="{B06B4D85-197E-440D-B794-96A8B0321822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567312" y="3429000"/>
                  <a:ext cx="457200" cy="457200"/>
                </a:xfrm>
                <a:prstGeom prst="rect">
                  <a:avLst/>
                </a:prstGeom>
                <a:solidFill>
                  <a:srgbClr val="FFC000"/>
                </a:solidFill>
                <a:ln w="25400">
                  <a:solidFill>
                    <a:schemeClr val="accent5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  <p:sp>
              <p:nvSpPr>
                <p:cNvPr id="28" name="Rectangle 27">
                  <a:extLst>
                    <a:ext uri="{FF2B5EF4-FFF2-40B4-BE49-F238E27FC236}">
                      <a16:creationId xmlns:a16="http://schemas.microsoft.com/office/drawing/2014/main" id="{455BF368-B718-48E9-884D-B3383E52FE70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567312" y="3886200"/>
                  <a:ext cx="457200" cy="457200"/>
                </a:xfrm>
                <a:prstGeom prst="rect">
                  <a:avLst/>
                </a:prstGeom>
                <a:solidFill>
                  <a:schemeClr val="accent5">
                    <a:lumMod val="75000"/>
                  </a:schemeClr>
                </a:solidFill>
                <a:ln w="25400">
                  <a:solidFill>
                    <a:schemeClr val="accent5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 dirty="0"/>
                </a:p>
              </p:txBody>
            </p:sp>
            <p:sp>
              <p:nvSpPr>
                <p:cNvPr id="29" name="Rectangle 28">
                  <a:extLst>
                    <a:ext uri="{FF2B5EF4-FFF2-40B4-BE49-F238E27FC236}">
                      <a16:creationId xmlns:a16="http://schemas.microsoft.com/office/drawing/2014/main" id="{0C9D531D-0832-4F71-86C7-BF8E3BF237F2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567312" y="4343400"/>
                  <a:ext cx="457200" cy="457200"/>
                </a:xfrm>
                <a:prstGeom prst="rect">
                  <a:avLst/>
                </a:prstGeom>
                <a:solidFill>
                  <a:schemeClr val="accent5">
                    <a:lumMod val="75000"/>
                  </a:schemeClr>
                </a:solidFill>
                <a:ln w="25400">
                  <a:solidFill>
                    <a:schemeClr val="accent5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 dirty="0"/>
                </a:p>
              </p:txBody>
            </p:sp>
            <p:sp>
              <p:nvSpPr>
                <p:cNvPr id="30" name="Rectangle 29">
                  <a:extLst>
                    <a:ext uri="{FF2B5EF4-FFF2-40B4-BE49-F238E27FC236}">
                      <a16:creationId xmlns:a16="http://schemas.microsoft.com/office/drawing/2014/main" id="{FEBC9BF6-B4EB-45D0-B67A-175E79F6DEE3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567312" y="4800600"/>
                  <a:ext cx="457200" cy="457200"/>
                </a:xfrm>
                <a:prstGeom prst="rect">
                  <a:avLst/>
                </a:prstGeom>
                <a:solidFill>
                  <a:schemeClr val="accent5">
                    <a:lumMod val="75000"/>
                  </a:schemeClr>
                </a:solidFill>
                <a:ln w="25400">
                  <a:solidFill>
                    <a:schemeClr val="accent5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 dirty="0"/>
                </a:p>
              </p:txBody>
            </p:sp>
            <p:sp>
              <p:nvSpPr>
                <p:cNvPr id="32" name="Rectangle 31">
                  <a:extLst>
                    <a:ext uri="{FF2B5EF4-FFF2-40B4-BE49-F238E27FC236}">
                      <a16:creationId xmlns:a16="http://schemas.microsoft.com/office/drawing/2014/main" id="{C50A880D-0491-42A2-8F0F-F7B39FF12917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3024512" y="1600200"/>
                  <a:ext cx="457200" cy="457200"/>
                </a:xfrm>
                <a:prstGeom prst="rect">
                  <a:avLst/>
                </a:prstGeom>
                <a:solidFill>
                  <a:schemeClr val="accent5">
                    <a:lumMod val="75000"/>
                  </a:schemeClr>
                </a:solidFill>
                <a:ln w="25400">
                  <a:solidFill>
                    <a:schemeClr val="accent5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 dirty="0"/>
                </a:p>
              </p:txBody>
            </p:sp>
            <p:sp>
              <p:nvSpPr>
                <p:cNvPr id="33" name="Rectangle 32">
                  <a:extLst>
                    <a:ext uri="{FF2B5EF4-FFF2-40B4-BE49-F238E27FC236}">
                      <a16:creationId xmlns:a16="http://schemas.microsoft.com/office/drawing/2014/main" id="{E99C62F6-97E1-4518-AC68-47A9772DA6CD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3024512" y="2057400"/>
                  <a:ext cx="457200" cy="457200"/>
                </a:xfrm>
                <a:prstGeom prst="rect">
                  <a:avLst/>
                </a:prstGeom>
                <a:solidFill>
                  <a:schemeClr val="accent5">
                    <a:lumMod val="75000"/>
                  </a:schemeClr>
                </a:solidFill>
                <a:ln w="25400">
                  <a:solidFill>
                    <a:schemeClr val="accent5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 dirty="0"/>
                </a:p>
              </p:txBody>
            </p:sp>
            <p:sp>
              <p:nvSpPr>
                <p:cNvPr id="34" name="Rectangle 33">
                  <a:extLst>
                    <a:ext uri="{FF2B5EF4-FFF2-40B4-BE49-F238E27FC236}">
                      <a16:creationId xmlns:a16="http://schemas.microsoft.com/office/drawing/2014/main" id="{51ED2F2D-63A6-478A-A2F9-3D66A20AC72C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3024512" y="2514600"/>
                  <a:ext cx="457200" cy="457200"/>
                </a:xfrm>
                <a:prstGeom prst="rect">
                  <a:avLst/>
                </a:prstGeom>
                <a:solidFill>
                  <a:schemeClr val="accent5">
                    <a:lumMod val="75000"/>
                  </a:schemeClr>
                </a:solidFill>
                <a:ln w="25400">
                  <a:solidFill>
                    <a:schemeClr val="accent5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 dirty="0"/>
                </a:p>
              </p:txBody>
            </p:sp>
            <p:sp>
              <p:nvSpPr>
                <p:cNvPr id="35" name="Rectangle 34">
                  <a:extLst>
                    <a:ext uri="{FF2B5EF4-FFF2-40B4-BE49-F238E27FC236}">
                      <a16:creationId xmlns:a16="http://schemas.microsoft.com/office/drawing/2014/main" id="{77107CBB-56AA-4B6B-BC5D-3AE2491552D7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3024512" y="2971800"/>
                  <a:ext cx="457200" cy="457200"/>
                </a:xfrm>
                <a:prstGeom prst="rect">
                  <a:avLst/>
                </a:prstGeom>
                <a:solidFill>
                  <a:srgbClr val="FFC000"/>
                </a:solidFill>
                <a:ln w="25400">
                  <a:solidFill>
                    <a:schemeClr val="accent5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  <p:sp>
              <p:nvSpPr>
                <p:cNvPr id="36" name="Rectangle 35">
                  <a:extLst>
                    <a:ext uri="{FF2B5EF4-FFF2-40B4-BE49-F238E27FC236}">
                      <a16:creationId xmlns:a16="http://schemas.microsoft.com/office/drawing/2014/main" id="{CF66BE8E-751B-45CD-BB51-73ECD5B2B60D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3024512" y="3429000"/>
                  <a:ext cx="457200" cy="457200"/>
                </a:xfrm>
                <a:prstGeom prst="rect">
                  <a:avLst/>
                </a:prstGeom>
                <a:solidFill>
                  <a:srgbClr val="FFC000"/>
                </a:solidFill>
                <a:ln w="25400">
                  <a:solidFill>
                    <a:schemeClr val="accent5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  <p:sp>
              <p:nvSpPr>
                <p:cNvPr id="37" name="Rectangle 36">
                  <a:extLst>
                    <a:ext uri="{FF2B5EF4-FFF2-40B4-BE49-F238E27FC236}">
                      <a16:creationId xmlns:a16="http://schemas.microsoft.com/office/drawing/2014/main" id="{45B2EF43-4C0E-44AF-B6F0-794CD870608A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3024512" y="3886200"/>
                  <a:ext cx="457200" cy="457200"/>
                </a:xfrm>
                <a:prstGeom prst="rect">
                  <a:avLst/>
                </a:prstGeom>
                <a:solidFill>
                  <a:schemeClr val="accent5">
                    <a:lumMod val="75000"/>
                  </a:schemeClr>
                </a:solidFill>
                <a:ln w="25400">
                  <a:solidFill>
                    <a:schemeClr val="accent5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 dirty="0"/>
                </a:p>
              </p:txBody>
            </p:sp>
            <p:sp>
              <p:nvSpPr>
                <p:cNvPr id="38" name="Rectangle 37">
                  <a:extLst>
                    <a:ext uri="{FF2B5EF4-FFF2-40B4-BE49-F238E27FC236}">
                      <a16:creationId xmlns:a16="http://schemas.microsoft.com/office/drawing/2014/main" id="{16EEBE39-E07C-491E-B3F4-0A880A5E053E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3024512" y="4343400"/>
                  <a:ext cx="457200" cy="457200"/>
                </a:xfrm>
                <a:prstGeom prst="rect">
                  <a:avLst/>
                </a:prstGeom>
                <a:solidFill>
                  <a:schemeClr val="accent5">
                    <a:lumMod val="75000"/>
                  </a:schemeClr>
                </a:solidFill>
                <a:ln w="25400">
                  <a:solidFill>
                    <a:schemeClr val="accent5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 dirty="0"/>
                </a:p>
              </p:txBody>
            </p:sp>
            <p:sp>
              <p:nvSpPr>
                <p:cNvPr id="39" name="Rectangle 38">
                  <a:extLst>
                    <a:ext uri="{FF2B5EF4-FFF2-40B4-BE49-F238E27FC236}">
                      <a16:creationId xmlns:a16="http://schemas.microsoft.com/office/drawing/2014/main" id="{97303390-C824-4C4B-8E19-DC1FEB48B7F7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3024512" y="4800600"/>
                  <a:ext cx="457200" cy="457200"/>
                </a:xfrm>
                <a:prstGeom prst="rect">
                  <a:avLst/>
                </a:prstGeom>
                <a:solidFill>
                  <a:schemeClr val="accent5">
                    <a:lumMod val="75000"/>
                  </a:schemeClr>
                </a:solidFill>
                <a:ln w="25400">
                  <a:solidFill>
                    <a:schemeClr val="accent5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 dirty="0"/>
                </a:p>
              </p:txBody>
            </p:sp>
            <p:sp>
              <p:nvSpPr>
                <p:cNvPr id="41" name="Rectangle 40">
                  <a:extLst>
                    <a:ext uri="{FF2B5EF4-FFF2-40B4-BE49-F238E27FC236}">
                      <a16:creationId xmlns:a16="http://schemas.microsoft.com/office/drawing/2014/main" id="{D1EE90D3-97C9-449A-B134-F8A4BD7B3875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3481712" y="1600200"/>
                  <a:ext cx="457200" cy="457200"/>
                </a:xfrm>
                <a:prstGeom prst="rect">
                  <a:avLst/>
                </a:prstGeom>
                <a:solidFill>
                  <a:schemeClr val="accent5">
                    <a:lumMod val="75000"/>
                  </a:schemeClr>
                </a:solidFill>
                <a:ln w="25400">
                  <a:solidFill>
                    <a:schemeClr val="accent5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 dirty="0"/>
                </a:p>
              </p:txBody>
            </p:sp>
            <p:sp>
              <p:nvSpPr>
                <p:cNvPr id="42" name="Rectangle 41">
                  <a:extLst>
                    <a:ext uri="{FF2B5EF4-FFF2-40B4-BE49-F238E27FC236}">
                      <a16:creationId xmlns:a16="http://schemas.microsoft.com/office/drawing/2014/main" id="{B936415E-0A71-43F6-86FE-E41B2888211F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3481712" y="2057400"/>
                  <a:ext cx="457200" cy="457200"/>
                </a:xfrm>
                <a:prstGeom prst="rect">
                  <a:avLst/>
                </a:prstGeom>
                <a:solidFill>
                  <a:schemeClr val="accent5">
                    <a:lumMod val="75000"/>
                  </a:schemeClr>
                </a:solidFill>
                <a:ln w="25400">
                  <a:solidFill>
                    <a:schemeClr val="accent5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 dirty="0"/>
                </a:p>
              </p:txBody>
            </p:sp>
            <p:sp>
              <p:nvSpPr>
                <p:cNvPr id="43" name="Rectangle 42">
                  <a:extLst>
                    <a:ext uri="{FF2B5EF4-FFF2-40B4-BE49-F238E27FC236}">
                      <a16:creationId xmlns:a16="http://schemas.microsoft.com/office/drawing/2014/main" id="{FED80769-6DDA-4338-B35E-1DE00E2A34CB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3481712" y="2514600"/>
                  <a:ext cx="457200" cy="457200"/>
                </a:xfrm>
                <a:prstGeom prst="rect">
                  <a:avLst/>
                </a:prstGeom>
                <a:solidFill>
                  <a:srgbClr val="FFC000"/>
                </a:solidFill>
                <a:ln w="25400">
                  <a:solidFill>
                    <a:schemeClr val="accent5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  <p:sp>
              <p:nvSpPr>
                <p:cNvPr id="44" name="Rectangle 43">
                  <a:extLst>
                    <a:ext uri="{FF2B5EF4-FFF2-40B4-BE49-F238E27FC236}">
                      <a16:creationId xmlns:a16="http://schemas.microsoft.com/office/drawing/2014/main" id="{55F19497-C9C3-444F-BFAC-A88B036ADE88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3481712" y="2971800"/>
                  <a:ext cx="457200" cy="457200"/>
                </a:xfrm>
                <a:prstGeom prst="rect">
                  <a:avLst/>
                </a:prstGeom>
                <a:solidFill>
                  <a:srgbClr val="FFC000"/>
                </a:solidFill>
                <a:ln w="25400">
                  <a:solidFill>
                    <a:schemeClr val="accent5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  <p:sp>
              <p:nvSpPr>
                <p:cNvPr id="45" name="Rectangle 44">
                  <a:extLst>
                    <a:ext uri="{FF2B5EF4-FFF2-40B4-BE49-F238E27FC236}">
                      <a16:creationId xmlns:a16="http://schemas.microsoft.com/office/drawing/2014/main" id="{AA8D0D92-D4E1-4221-9911-40F3AA540442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3481712" y="3429000"/>
                  <a:ext cx="457200" cy="457200"/>
                </a:xfrm>
                <a:prstGeom prst="rect">
                  <a:avLst/>
                </a:prstGeom>
                <a:solidFill>
                  <a:srgbClr val="FFC000"/>
                </a:solidFill>
                <a:ln w="25400">
                  <a:solidFill>
                    <a:schemeClr val="accent5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  <p:sp>
              <p:nvSpPr>
                <p:cNvPr id="46" name="Rectangle 45">
                  <a:extLst>
                    <a:ext uri="{FF2B5EF4-FFF2-40B4-BE49-F238E27FC236}">
                      <a16:creationId xmlns:a16="http://schemas.microsoft.com/office/drawing/2014/main" id="{09C3B906-7CBE-4EE5-83E6-C922B5A76A3E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3481712" y="3886200"/>
                  <a:ext cx="457200" cy="457200"/>
                </a:xfrm>
                <a:prstGeom prst="rect">
                  <a:avLst/>
                </a:prstGeom>
                <a:solidFill>
                  <a:schemeClr val="accent5">
                    <a:lumMod val="75000"/>
                  </a:schemeClr>
                </a:solidFill>
                <a:ln w="25400">
                  <a:solidFill>
                    <a:schemeClr val="accent5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 dirty="0"/>
                </a:p>
              </p:txBody>
            </p:sp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52D325EC-4CEA-40FE-A218-A94A1710F51F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3481712" y="4343400"/>
                  <a:ext cx="457200" cy="457200"/>
                </a:xfrm>
                <a:prstGeom prst="rect">
                  <a:avLst/>
                </a:prstGeom>
                <a:solidFill>
                  <a:schemeClr val="accent5">
                    <a:lumMod val="75000"/>
                  </a:schemeClr>
                </a:solidFill>
                <a:ln w="25400">
                  <a:solidFill>
                    <a:schemeClr val="accent5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 dirty="0"/>
                </a:p>
              </p:txBody>
            </p:sp>
            <p:sp>
              <p:nvSpPr>
                <p:cNvPr id="48" name="Rectangle 47">
                  <a:extLst>
                    <a:ext uri="{FF2B5EF4-FFF2-40B4-BE49-F238E27FC236}">
                      <a16:creationId xmlns:a16="http://schemas.microsoft.com/office/drawing/2014/main" id="{B5CCE92F-39E5-4B19-BE86-7E3D32FA6F3B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3481712" y="4800600"/>
                  <a:ext cx="457200" cy="457200"/>
                </a:xfrm>
                <a:prstGeom prst="rect">
                  <a:avLst/>
                </a:prstGeom>
                <a:solidFill>
                  <a:schemeClr val="accent5">
                    <a:lumMod val="75000"/>
                  </a:schemeClr>
                </a:solidFill>
                <a:ln w="25400">
                  <a:solidFill>
                    <a:schemeClr val="accent5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 dirty="0"/>
                </a:p>
              </p:txBody>
            </p:sp>
            <p:sp>
              <p:nvSpPr>
                <p:cNvPr id="50" name="Rectangle 49">
                  <a:extLst>
                    <a:ext uri="{FF2B5EF4-FFF2-40B4-BE49-F238E27FC236}">
                      <a16:creationId xmlns:a16="http://schemas.microsoft.com/office/drawing/2014/main" id="{E5B76CA8-82B8-41A1-AAC1-AC4C062368DB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3938912" y="1600200"/>
                  <a:ext cx="457200" cy="457200"/>
                </a:xfrm>
                <a:prstGeom prst="rect">
                  <a:avLst/>
                </a:prstGeom>
                <a:solidFill>
                  <a:schemeClr val="accent5">
                    <a:lumMod val="75000"/>
                  </a:schemeClr>
                </a:solidFill>
                <a:ln w="25400">
                  <a:solidFill>
                    <a:schemeClr val="accent5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 dirty="0"/>
                </a:p>
              </p:txBody>
            </p:sp>
            <p:sp>
              <p:nvSpPr>
                <p:cNvPr id="51" name="Rectangle 50">
                  <a:extLst>
                    <a:ext uri="{FF2B5EF4-FFF2-40B4-BE49-F238E27FC236}">
                      <a16:creationId xmlns:a16="http://schemas.microsoft.com/office/drawing/2014/main" id="{D9A10109-6F06-4846-95B5-7958A364AC4D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3938912" y="2057400"/>
                  <a:ext cx="457200" cy="457200"/>
                </a:xfrm>
                <a:prstGeom prst="rect">
                  <a:avLst/>
                </a:prstGeom>
                <a:solidFill>
                  <a:srgbClr val="FFC000"/>
                </a:solidFill>
                <a:ln w="25400">
                  <a:solidFill>
                    <a:schemeClr val="accent5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  <p:sp>
              <p:nvSpPr>
                <p:cNvPr id="52" name="Rectangle 51">
                  <a:extLst>
                    <a:ext uri="{FF2B5EF4-FFF2-40B4-BE49-F238E27FC236}">
                      <a16:creationId xmlns:a16="http://schemas.microsoft.com/office/drawing/2014/main" id="{DA76E73A-C224-4663-9CE1-4C7C793E736A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3938912" y="2514600"/>
                  <a:ext cx="457200" cy="457200"/>
                </a:xfrm>
                <a:prstGeom prst="rect">
                  <a:avLst/>
                </a:prstGeom>
                <a:solidFill>
                  <a:srgbClr val="FFC000"/>
                </a:solidFill>
                <a:ln w="25400">
                  <a:solidFill>
                    <a:schemeClr val="accent5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  <p:sp>
              <p:nvSpPr>
                <p:cNvPr id="53" name="Rectangle 52">
                  <a:extLst>
                    <a:ext uri="{FF2B5EF4-FFF2-40B4-BE49-F238E27FC236}">
                      <a16:creationId xmlns:a16="http://schemas.microsoft.com/office/drawing/2014/main" id="{4F764991-2B02-4E86-AA38-1CDB25A2F6C9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3938912" y="2971800"/>
                  <a:ext cx="457200" cy="457200"/>
                </a:xfrm>
                <a:prstGeom prst="rect">
                  <a:avLst/>
                </a:prstGeom>
                <a:solidFill>
                  <a:srgbClr val="FFC000"/>
                </a:solidFill>
                <a:ln w="25400">
                  <a:solidFill>
                    <a:schemeClr val="accent5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  <p:sp>
              <p:nvSpPr>
                <p:cNvPr id="54" name="Rectangle 53">
                  <a:extLst>
                    <a:ext uri="{FF2B5EF4-FFF2-40B4-BE49-F238E27FC236}">
                      <a16:creationId xmlns:a16="http://schemas.microsoft.com/office/drawing/2014/main" id="{1A32622D-CC0B-4057-A819-1B014FB59D9E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3938912" y="3429000"/>
                  <a:ext cx="457200" cy="457200"/>
                </a:xfrm>
                <a:prstGeom prst="rect">
                  <a:avLst/>
                </a:prstGeom>
                <a:solidFill>
                  <a:srgbClr val="FFC000"/>
                </a:solidFill>
                <a:ln w="25400">
                  <a:solidFill>
                    <a:schemeClr val="accent5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  <p:sp>
              <p:nvSpPr>
                <p:cNvPr id="55" name="Rectangle 54">
                  <a:extLst>
                    <a:ext uri="{FF2B5EF4-FFF2-40B4-BE49-F238E27FC236}">
                      <a16:creationId xmlns:a16="http://schemas.microsoft.com/office/drawing/2014/main" id="{5F10F818-3FA7-4D36-8B6A-AB493A96EA26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3938912" y="3886200"/>
                  <a:ext cx="457200" cy="457200"/>
                </a:xfrm>
                <a:prstGeom prst="rect">
                  <a:avLst/>
                </a:prstGeom>
                <a:solidFill>
                  <a:schemeClr val="accent5">
                    <a:lumMod val="75000"/>
                  </a:schemeClr>
                </a:solidFill>
                <a:ln w="25400">
                  <a:solidFill>
                    <a:schemeClr val="accent5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 dirty="0"/>
                </a:p>
              </p:txBody>
            </p:sp>
            <p:sp>
              <p:nvSpPr>
                <p:cNvPr id="56" name="Rectangle 55">
                  <a:extLst>
                    <a:ext uri="{FF2B5EF4-FFF2-40B4-BE49-F238E27FC236}">
                      <a16:creationId xmlns:a16="http://schemas.microsoft.com/office/drawing/2014/main" id="{D585CA73-CB4F-4F1D-A538-B003A8318B75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3938912" y="4343400"/>
                  <a:ext cx="457200" cy="457200"/>
                </a:xfrm>
                <a:prstGeom prst="rect">
                  <a:avLst/>
                </a:prstGeom>
                <a:solidFill>
                  <a:schemeClr val="accent5">
                    <a:lumMod val="75000"/>
                  </a:schemeClr>
                </a:solidFill>
                <a:ln w="25400">
                  <a:solidFill>
                    <a:schemeClr val="accent5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 dirty="0"/>
                </a:p>
              </p:txBody>
            </p:sp>
            <p:sp>
              <p:nvSpPr>
                <p:cNvPr id="57" name="Rectangle 56">
                  <a:extLst>
                    <a:ext uri="{FF2B5EF4-FFF2-40B4-BE49-F238E27FC236}">
                      <a16:creationId xmlns:a16="http://schemas.microsoft.com/office/drawing/2014/main" id="{EBBC018E-5D41-4385-BDAC-F95795D041BB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3938912" y="4800600"/>
                  <a:ext cx="457200" cy="457200"/>
                </a:xfrm>
                <a:prstGeom prst="rect">
                  <a:avLst/>
                </a:prstGeom>
                <a:solidFill>
                  <a:schemeClr val="accent5">
                    <a:lumMod val="75000"/>
                  </a:schemeClr>
                </a:solidFill>
                <a:ln w="25400">
                  <a:solidFill>
                    <a:schemeClr val="accent5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 dirty="0"/>
                </a:p>
              </p:txBody>
            </p:sp>
            <p:sp>
              <p:nvSpPr>
                <p:cNvPr id="59" name="Rectangle 58">
                  <a:extLst>
                    <a:ext uri="{FF2B5EF4-FFF2-40B4-BE49-F238E27FC236}">
                      <a16:creationId xmlns:a16="http://schemas.microsoft.com/office/drawing/2014/main" id="{A80F28B1-A065-4CF8-8133-6C57377A7302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4396112" y="1600200"/>
                  <a:ext cx="457200" cy="457200"/>
                </a:xfrm>
                <a:prstGeom prst="rect">
                  <a:avLst/>
                </a:prstGeom>
                <a:solidFill>
                  <a:schemeClr val="accent5">
                    <a:lumMod val="75000"/>
                  </a:schemeClr>
                </a:solidFill>
                <a:ln w="25400">
                  <a:solidFill>
                    <a:schemeClr val="accent5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 dirty="0"/>
                </a:p>
              </p:txBody>
            </p:sp>
            <p:sp>
              <p:nvSpPr>
                <p:cNvPr id="60" name="Rectangle 59">
                  <a:extLst>
                    <a:ext uri="{FF2B5EF4-FFF2-40B4-BE49-F238E27FC236}">
                      <a16:creationId xmlns:a16="http://schemas.microsoft.com/office/drawing/2014/main" id="{01C96F65-B19F-49D8-AEB2-AB139D0E79C4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4396112" y="2057400"/>
                  <a:ext cx="457200" cy="457200"/>
                </a:xfrm>
                <a:prstGeom prst="rect">
                  <a:avLst/>
                </a:prstGeom>
                <a:solidFill>
                  <a:schemeClr val="accent5">
                    <a:lumMod val="75000"/>
                  </a:schemeClr>
                </a:solidFill>
                <a:ln w="25400">
                  <a:solidFill>
                    <a:schemeClr val="accent5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 dirty="0"/>
                </a:p>
              </p:txBody>
            </p:sp>
            <p:sp>
              <p:nvSpPr>
                <p:cNvPr id="61" name="Rectangle 60">
                  <a:extLst>
                    <a:ext uri="{FF2B5EF4-FFF2-40B4-BE49-F238E27FC236}">
                      <a16:creationId xmlns:a16="http://schemas.microsoft.com/office/drawing/2014/main" id="{020BFCCA-519E-4ED8-80EE-D6232EC7F008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4396112" y="2514600"/>
                  <a:ext cx="457200" cy="457200"/>
                </a:xfrm>
                <a:prstGeom prst="rect">
                  <a:avLst/>
                </a:prstGeom>
                <a:solidFill>
                  <a:srgbClr val="FFC000"/>
                </a:solidFill>
                <a:ln w="25400">
                  <a:solidFill>
                    <a:schemeClr val="accent5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  <p:sp>
              <p:nvSpPr>
                <p:cNvPr id="62" name="Rectangle 61">
                  <a:extLst>
                    <a:ext uri="{FF2B5EF4-FFF2-40B4-BE49-F238E27FC236}">
                      <a16:creationId xmlns:a16="http://schemas.microsoft.com/office/drawing/2014/main" id="{03213AA0-4164-41F9-B9EE-409EE3F93179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4396112" y="2971800"/>
                  <a:ext cx="457200" cy="457200"/>
                </a:xfrm>
                <a:prstGeom prst="rect">
                  <a:avLst/>
                </a:prstGeom>
                <a:solidFill>
                  <a:srgbClr val="FFC000"/>
                </a:solidFill>
                <a:ln w="25400">
                  <a:solidFill>
                    <a:schemeClr val="accent5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  <p:sp>
              <p:nvSpPr>
                <p:cNvPr id="63" name="Rectangle 62">
                  <a:extLst>
                    <a:ext uri="{FF2B5EF4-FFF2-40B4-BE49-F238E27FC236}">
                      <a16:creationId xmlns:a16="http://schemas.microsoft.com/office/drawing/2014/main" id="{24BE9BA4-5ECF-46A1-BBBD-CAC74AEC05EF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4396112" y="3429000"/>
                  <a:ext cx="457200" cy="457200"/>
                </a:xfrm>
                <a:prstGeom prst="rect">
                  <a:avLst/>
                </a:prstGeom>
                <a:solidFill>
                  <a:srgbClr val="FFC000"/>
                </a:solidFill>
                <a:ln w="25400">
                  <a:solidFill>
                    <a:schemeClr val="accent5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  <p:sp>
              <p:nvSpPr>
                <p:cNvPr id="64" name="Rectangle 63">
                  <a:extLst>
                    <a:ext uri="{FF2B5EF4-FFF2-40B4-BE49-F238E27FC236}">
                      <a16:creationId xmlns:a16="http://schemas.microsoft.com/office/drawing/2014/main" id="{B3A1FC7C-64E5-434E-A6D7-970B4585A253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4396112" y="3886200"/>
                  <a:ext cx="457200" cy="457200"/>
                </a:xfrm>
                <a:prstGeom prst="rect">
                  <a:avLst/>
                </a:prstGeom>
                <a:solidFill>
                  <a:schemeClr val="accent5">
                    <a:lumMod val="75000"/>
                  </a:schemeClr>
                </a:solidFill>
                <a:ln w="25400">
                  <a:solidFill>
                    <a:schemeClr val="accent5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 dirty="0"/>
                </a:p>
              </p:txBody>
            </p:sp>
            <p:sp>
              <p:nvSpPr>
                <p:cNvPr id="65" name="Rectangle 64">
                  <a:extLst>
                    <a:ext uri="{FF2B5EF4-FFF2-40B4-BE49-F238E27FC236}">
                      <a16:creationId xmlns:a16="http://schemas.microsoft.com/office/drawing/2014/main" id="{10D1CF15-53CE-4CE6-9080-C8FFB6C4D90F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4396112" y="4343400"/>
                  <a:ext cx="457200" cy="457200"/>
                </a:xfrm>
                <a:prstGeom prst="rect">
                  <a:avLst/>
                </a:prstGeom>
                <a:solidFill>
                  <a:schemeClr val="accent5">
                    <a:lumMod val="75000"/>
                  </a:schemeClr>
                </a:solidFill>
                <a:ln w="25400">
                  <a:solidFill>
                    <a:schemeClr val="accent5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 dirty="0"/>
                </a:p>
              </p:txBody>
            </p:sp>
            <p:sp>
              <p:nvSpPr>
                <p:cNvPr id="66" name="Rectangle 65">
                  <a:extLst>
                    <a:ext uri="{FF2B5EF4-FFF2-40B4-BE49-F238E27FC236}">
                      <a16:creationId xmlns:a16="http://schemas.microsoft.com/office/drawing/2014/main" id="{78842A85-08FB-4035-9750-FF4724255653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4396112" y="4800600"/>
                  <a:ext cx="457200" cy="457200"/>
                </a:xfrm>
                <a:prstGeom prst="rect">
                  <a:avLst/>
                </a:prstGeom>
                <a:solidFill>
                  <a:schemeClr val="accent5">
                    <a:lumMod val="75000"/>
                  </a:schemeClr>
                </a:solidFill>
                <a:ln w="25400">
                  <a:solidFill>
                    <a:schemeClr val="accent5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 dirty="0"/>
                </a:p>
              </p:txBody>
            </p:sp>
            <p:sp>
              <p:nvSpPr>
                <p:cNvPr id="68" name="Rectangle 67">
                  <a:extLst>
                    <a:ext uri="{FF2B5EF4-FFF2-40B4-BE49-F238E27FC236}">
                      <a16:creationId xmlns:a16="http://schemas.microsoft.com/office/drawing/2014/main" id="{90049369-2BBD-41B4-9382-CA33DAF6070D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4853312" y="1600200"/>
                  <a:ext cx="457200" cy="457200"/>
                </a:xfrm>
                <a:prstGeom prst="rect">
                  <a:avLst/>
                </a:prstGeom>
                <a:solidFill>
                  <a:schemeClr val="accent5">
                    <a:lumMod val="75000"/>
                  </a:schemeClr>
                </a:solidFill>
                <a:ln w="25400">
                  <a:solidFill>
                    <a:schemeClr val="accent5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 dirty="0"/>
                </a:p>
              </p:txBody>
            </p:sp>
            <p:sp>
              <p:nvSpPr>
                <p:cNvPr id="69" name="Rectangle 68">
                  <a:extLst>
                    <a:ext uri="{FF2B5EF4-FFF2-40B4-BE49-F238E27FC236}">
                      <a16:creationId xmlns:a16="http://schemas.microsoft.com/office/drawing/2014/main" id="{202D62D3-9672-47F9-8E5A-3E7220E866FE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4853312" y="2057400"/>
                  <a:ext cx="457200" cy="457200"/>
                </a:xfrm>
                <a:prstGeom prst="rect">
                  <a:avLst/>
                </a:prstGeom>
                <a:solidFill>
                  <a:schemeClr val="accent5">
                    <a:lumMod val="75000"/>
                  </a:schemeClr>
                </a:solidFill>
                <a:ln w="25400">
                  <a:solidFill>
                    <a:schemeClr val="accent5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 dirty="0"/>
                </a:p>
              </p:txBody>
            </p:sp>
            <p:sp>
              <p:nvSpPr>
                <p:cNvPr id="70" name="Rectangle 69">
                  <a:extLst>
                    <a:ext uri="{FF2B5EF4-FFF2-40B4-BE49-F238E27FC236}">
                      <a16:creationId xmlns:a16="http://schemas.microsoft.com/office/drawing/2014/main" id="{1F12556C-8983-41DF-902F-FA01A25653BA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4853312" y="2514600"/>
                  <a:ext cx="457200" cy="457200"/>
                </a:xfrm>
                <a:prstGeom prst="rect">
                  <a:avLst/>
                </a:prstGeom>
                <a:solidFill>
                  <a:schemeClr val="accent5">
                    <a:lumMod val="75000"/>
                  </a:schemeClr>
                </a:solidFill>
                <a:ln w="25400">
                  <a:solidFill>
                    <a:schemeClr val="accent5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 dirty="0"/>
                </a:p>
              </p:txBody>
            </p:sp>
            <p:sp>
              <p:nvSpPr>
                <p:cNvPr id="71" name="Rectangle 70">
                  <a:extLst>
                    <a:ext uri="{FF2B5EF4-FFF2-40B4-BE49-F238E27FC236}">
                      <a16:creationId xmlns:a16="http://schemas.microsoft.com/office/drawing/2014/main" id="{2A52C980-0C05-4498-B96D-51E8574BDC97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4853312" y="2971800"/>
                  <a:ext cx="457200" cy="457200"/>
                </a:xfrm>
                <a:prstGeom prst="rect">
                  <a:avLst/>
                </a:prstGeom>
                <a:solidFill>
                  <a:srgbClr val="FFC000"/>
                </a:solidFill>
                <a:ln w="25400">
                  <a:solidFill>
                    <a:schemeClr val="accent5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  <p:sp>
              <p:nvSpPr>
                <p:cNvPr id="72" name="Rectangle 71">
                  <a:extLst>
                    <a:ext uri="{FF2B5EF4-FFF2-40B4-BE49-F238E27FC236}">
                      <a16:creationId xmlns:a16="http://schemas.microsoft.com/office/drawing/2014/main" id="{87F1F9D3-74AA-4167-97C8-8C16679E604E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4853312" y="3429000"/>
                  <a:ext cx="457200" cy="457200"/>
                </a:xfrm>
                <a:prstGeom prst="rect">
                  <a:avLst/>
                </a:prstGeom>
                <a:solidFill>
                  <a:srgbClr val="FFC000"/>
                </a:solidFill>
                <a:ln w="25400">
                  <a:solidFill>
                    <a:schemeClr val="accent5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  <p:sp>
              <p:nvSpPr>
                <p:cNvPr id="73" name="Rectangle 72">
                  <a:extLst>
                    <a:ext uri="{FF2B5EF4-FFF2-40B4-BE49-F238E27FC236}">
                      <a16:creationId xmlns:a16="http://schemas.microsoft.com/office/drawing/2014/main" id="{1E6B4691-EED4-4586-A08F-624BFB39F0D4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4853312" y="3886200"/>
                  <a:ext cx="457200" cy="457200"/>
                </a:xfrm>
                <a:prstGeom prst="rect">
                  <a:avLst/>
                </a:prstGeom>
                <a:solidFill>
                  <a:schemeClr val="accent5">
                    <a:lumMod val="75000"/>
                  </a:schemeClr>
                </a:solidFill>
                <a:ln w="25400">
                  <a:solidFill>
                    <a:schemeClr val="accent5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 dirty="0"/>
                </a:p>
              </p:txBody>
            </p:sp>
            <p:sp>
              <p:nvSpPr>
                <p:cNvPr id="74" name="Rectangle 73">
                  <a:extLst>
                    <a:ext uri="{FF2B5EF4-FFF2-40B4-BE49-F238E27FC236}">
                      <a16:creationId xmlns:a16="http://schemas.microsoft.com/office/drawing/2014/main" id="{DCF27C63-F0D2-43B6-9971-FD3A6BE4C0F0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4853312" y="4343400"/>
                  <a:ext cx="457200" cy="457200"/>
                </a:xfrm>
                <a:prstGeom prst="rect">
                  <a:avLst/>
                </a:prstGeom>
                <a:solidFill>
                  <a:schemeClr val="accent5">
                    <a:lumMod val="75000"/>
                  </a:schemeClr>
                </a:solidFill>
                <a:ln w="25400">
                  <a:solidFill>
                    <a:schemeClr val="accent5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 dirty="0"/>
                </a:p>
              </p:txBody>
            </p:sp>
            <p:sp>
              <p:nvSpPr>
                <p:cNvPr id="75" name="Rectangle 74">
                  <a:extLst>
                    <a:ext uri="{FF2B5EF4-FFF2-40B4-BE49-F238E27FC236}">
                      <a16:creationId xmlns:a16="http://schemas.microsoft.com/office/drawing/2014/main" id="{055D4C3C-9613-4C77-895A-481C0D90E812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4853312" y="4800600"/>
                  <a:ext cx="457200" cy="457200"/>
                </a:xfrm>
                <a:prstGeom prst="rect">
                  <a:avLst/>
                </a:prstGeom>
                <a:solidFill>
                  <a:schemeClr val="accent5">
                    <a:lumMod val="75000"/>
                  </a:schemeClr>
                </a:solidFill>
                <a:ln w="25400">
                  <a:solidFill>
                    <a:schemeClr val="accent5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 dirty="0"/>
                </a:p>
              </p:txBody>
            </p:sp>
          </p:grpSp>
          <p:grpSp>
            <p:nvGrpSpPr>
              <p:cNvPr id="2" name="Group 1">
                <a:extLst>
                  <a:ext uri="{FF2B5EF4-FFF2-40B4-BE49-F238E27FC236}">
                    <a16:creationId xmlns:a16="http://schemas.microsoft.com/office/drawing/2014/main" id="{703C0EFC-AB5A-41B7-807A-D4F3F91FD4A2}"/>
                  </a:ext>
                </a:extLst>
              </p:cNvPr>
              <p:cNvGrpSpPr/>
              <p:nvPr/>
            </p:nvGrpSpPr>
            <p:grpSpPr>
              <a:xfrm>
                <a:off x="3286125" y="1143000"/>
                <a:ext cx="914400" cy="3657600"/>
                <a:chOff x="3124200" y="1143000"/>
                <a:chExt cx="914400" cy="3657600"/>
              </a:xfrm>
            </p:grpSpPr>
            <p:sp>
              <p:nvSpPr>
                <p:cNvPr id="221" name="Rectangle 220">
                  <a:extLst>
                    <a:ext uri="{FF2B5EF4-FFF2-40B4-BE49-F238E27FC236}">
                      <a16:creationId xmlns:a16="http://schemas.microsoft.com/office/drawing/2014/main" id="{D7491347-9876-4208-B720-26730B023B11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3124200" y="1143000"/>
                  <a:ext cx="914400" cy="457200"/>
                </a:xfrm>
                <a:prstGeom prst="rect">
                  <a:avLst/>
                </a:prstGeom>
                <a:solidFill>
                  <a:schemeClr val="tx1"/>
                </a:solidFill>
                <a:ln w="25400"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r>
                    <a:rPr lang="en-US" sz="2400" dirty="0">
                      <a:latin typeface="MD Thaitype A" panose="00000400000000000000" pitchFamily="2" charset="0"/>
                    </a:rPr>
                    <a:t>100</a:t>
                  </a:r>
                </a:p>
              </p:txBody>
            </p:sp>
            <p:sp>
              <p:nvSpPr>
                <p:cNvPr id="223" name="Rectangle 222">
                  <a:extLst>
                    <a:ext uri="{FF2B5EF4-FFF2-40B4-BE49-F238E27FC236}">
                      <a16:creationId xmlns:a16="http://schemas.microsoft.com/office/drawing/2014/main" id="{0F25BEA0-5842-4995-B7A9-667689FA3ED3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3124200" y="1600200"/>
                  <a:ext cx="914400" cy="457200"/>
                </a:xfrm>
                <a:prstGeom prst="rect">
                  <a:avLst/>
                </a:prstGeom>
                <a:solidFill>
                  <a:schemeClr val="tx1"/>
                </a:solidFill>
                <a:ln w="25400"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r>
                    <a:rPr lang="en-US" sz="2400" dirty="0" err="1">
                      <a:latin typeface="MD Thaitype A" panose="00000400000000000000" pitchFamily="2" charset="0"/>
                    </a:rPr>
                    <a:t>alm</a:t>
                  </a:r>
                  <a:endParaRPr lang="en-US" sz="2400" dirty="0">
                    <a:latin typeface="MD Thaitype A" panose="00000400000000000000" pitchFamily="2" charset="0"/>
                  </a:endParaRPr>
                </a:p>
              </p:txBody>
            </p:sp>
            <p:sp>
              <p:nvSpPr>
                <p:cNvPr id="224" name="Rectangle 223">
                  <a:extLst>
                    <a:ext uri="{FF2B5EF4-FFF2-40B4-BE49-F238E27FC236}">
                      <a16:creationId xmlns:a16="http://schemas.microsoft.com/office/drawing/2014/main" id="{0E21DA48-6394-4971-B230-2C043DE1EB1E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3124200" y="2057400"/>
                  <a:ext cx="914400" cy="457200"/>
                </a:xfrm>
                <a:prstGeom prst="rect">
                  <a:avLst/>
                </a:prstGeom>
                <a:solidFill>
                  <a:schemeClr val="tx1"/>
                </a:solidFill>
                <a:ln w="25400"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r>
                    <a:rPr lang="en-US" sz="2400" dirty="0">
                      <a:solidFill>
                        <a:srgbClr val="FF0000"/>
                      </a:solidFill>
                      <a:latin typeface="MD Thaitype A" panose="00000400000000000000" pitchFamily="2" charset="0"/>
                    </a:rPr>
                    <a:t>110</a:t>
                  </a:r>
                </a:p>
              </p:txBody>
            </p:sp>
            <p:sp>
              <p:nvSpPr>
                <p:cNvPr id="225" name="Rectangle 224">
                  <a:extLst>
                    <a:ext uri="{FF2B5EF4-FFF2-40B4-BE49-F238E27FC236}">
                      <a16:creationId xmlns:a16="http://schemas.microsoft.com/office/drawing/2014/main" id="{DD60F1FA-FF2C-4B4E-90B4-CD01200C32E0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3124200" y="2514600"/>
                  <a:ext cx="914400" cy="457200"/>
                </a:xfrm>
                <a:prstGeom prst="rect">
                  <a:avLst/>
                </a:prstGeom>
                <a:solidFill>
                  <a:schemeClr val="tx1"/>
                </a:solidFill>
                <a:ln w="25400"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r>
                    <a:rPr lang="en-US" sz="2400" dirty="0">
                      <a:solidFill>
                        <a:srgbClr val="FF0000"/>
                      </a:solidFill>
                      <a:latin typeface="MD Thaitype A" panose="00000400000000000000" pitchFamily="2" charset="0"/>
                    </a:rPr>
                    <a:t>max</a:t>
                  </a:r>
                </a:p>
              </p:txBody>
            </p:sp>
            <p:sp>
              <p:nvSpPr>
                <p:cNvPr id="227" name="Rectangle 226">
                  <a:extLst>
                    <a:ext uri="{FF2B5EF4-FFF2-40B4-BE49-F238E27FC236}">
                      <a16:creationId xmlns:a16="http://schemas.microsoft.com/office/drawing/2014/main" id="{4781FBEA-B19C-4571-B084-DEE2F0523D06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3124200" y="2971800"/>
                  <a:ext cx="914400" cy="457200"/>
                </a:xfrm>
                <a:prstGeom prst="rect">
                  <a:avLst/>
                </a:prstGeom>
                <a:solidFill>
                  <a:schemeClr val="tx1"/>
                </a:solidFill>
                <a:ln w="25400"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r>
                    <a:rPr lang="en-US" sz="2400" dirty="0">
                      <a:solidFill>
                        <a:srgbClr val="FFFF00"/>
                      </a:solidFill>
                      <a:latin typeface="MD Thaitype A" panose="00000400000000000000" pitchFamily="2" charset="0"/>
                    </a:rPr>
                    <a:t>72</a:t>
                  </a:r>
                </a:p>
              </p:txBody>
            </p:sp>
            <p:sp>
              <p:nvSpPr>
                <p:cNvPr id="228" name="Rectangle 227">
                  <a:extLst>
                    <a:ext uri="{FF2B5EF4-FFF2-40B4-BE49-F238E27FC236}">
                      <a16:creationId xmlns:a16="http://schemas.microsoft.com/office/drawing/2014/main" id="{CDD69344-0281-4AD3-AC1E-26166AD40657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3124200" y="3429000"/>
                  <a:ext cx="914400" cy="457200"/>
                </a:xfrm>
                <a:prstGeom prst="rect">
                  <a:avLst/>
                </a:prstGeom>
                <a:solidFill>
                  <a:schemeClr val="tx1"/>
                </a:solidFill>
                <a:ln w="25400"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r>
                    <a:rPr lang="en-US" sz="2400" dirty="0" err="1">
                      <a:solidFill>
                        <a:srgbClr val="FFFF00"/>
                      </a:solidFill>
                      <a:latin typeface="MD Thaitype A" panose="00000400000000000000" pitchFamily="2" charset="0"/>
                    </a:rPr>
                    <a:t>ave</a:t>
                  </a:r>
                  <a:endParaRPr lang="en-US" sz="2400" dirty="0">
                    <a:solidFill>
                      <a:srgbClr val="FFFF00"/>
                    </a:solidFill>
                    <a:latin typeface="MD Thaitype A" panose="00000400000000000000" pitchFamily="2" charset="0"/>
                  </a:endParaRPr>
                </a:p>
              </p:txBody>
            </p:sp>
            <p:sp>
              <p:nvSpPr>
                <p:cNvPr id="230" name="Rectangle 229">
                  <a:extLst>
                    <a:ext uri="{FF2B5EF4-FFF2-40B4-BE49-F238E27FC236}">
                      <a16:creationId xmlns:a16="http://schemas.microsoft.com/office/drawing/2014/main" id="{36F99222-CD99-40CD-AF63-F032BA60E7E4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3124200" y="3886200"/>
                  <a:ext cx="914400" cy="457200"/>
                </a:xfrm>
                <a:prstGeom prst="rect">
                  <a:avLst/>
                </a:prstGeom>
                <a:solidFill>
                  <a:schemeClr val="tx1"/>
                </a:solidFill>
                <a:ln w="25400"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r>
                    <a:rPr lang="en-US" sz="2400" dirty="0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latin typeface="MD Thaitype A" panose="00000400000000000000" pitchFamily="2" charset="0"/>
                    </a:rPr>
                    <a:t>60</a:t>
                  </a:r>
                </a:p>
              </p:txBody>
            </p:sp>
            <p:sp>
              <p:nvSpPr>
                <p:cNvPr id="231" name="Rectangle 230">
                  <a:extLst>
                    <a:ext uri="{FF2B5EF4-FFF2-40B4-BE49-F238E27FC236}">
                      <a16:creationId xmlns:a16="http://schemas.microsoft.com/office/drawing/2014/main" id="{8B2CCB17-3AB5-4D75-B298-909AC0887C65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3124200" y="4343400"/>
                  <a:ext cx="914400" cy="457200"/>
                </a:xfrm>
                <a:prstGeom prst="rect">
                  <a:avLst/>
                </a:prstGeom>
                <a:solidFill>
                  <a:schemeClr val="tx1"/>
                </a:solidFill>
                <a:ln w="25400"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r>
                    <a:rPr lang="en-US" sz="2400" dirty="0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latin typeface="MD Thaitype A" panose="00000400000000000000" pitchFamily="2" charset="0"/>
                    </a:rPr>
                    <a:t>min</a:t>
                  </a:r>
                </a:p>
              </p:txBody>
            </p:sp>
          </p:grpSp>
          <p:sp>
            <p:nvSpPr>
              <p:cNvPr id="232" name="Rectangle 231">
                <a:extLst>
                  <a:ext uri="{FF2B5EF4-FFF2-40B4-BE49-F238E27FC236}">
                    <a16:creationId xmlns:a16="http://schemas.microsoft.com/office/drawing/2014/main" id="{58E5D9F8-E44D-44C8-80FD-3018A4EBB5E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476875" y="2743200"/>
                <a:ext cx="1371600" cy="457200"/>
              </a:xfrm>
              <a:prstGeom prst="rect">
                <a:avLst/>
              </a:prstGeom>
              <a:solidFill>
                <a:schemeClr val="tx1">
                  <a:alpha val="28000"/>
                </a:schemeClr>
              </a:solidFill>
              <a:ln w="254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MD Thaitype A" panose="00000400000000000000" pitchFamily="2" charset="0"/>
                  </a:rPr>
                  <a:t>-HOLD-</a:t>
                </a:r>
              </a:p>
            </p:txBody>
          </p:sp>
        </p:grpSp>
        <p:cxnSp>
          <p:nvCxnSpPr>
            <p:cNvPr id="111" name="Straight Arrow Connector 110">
              <a:extLst>
                <a:ext uri="{FF2B5EF4-FFF2-40B4-BE49-F238E27FC236}">
                  <a16:creationId xmlns:a16="http://schemas.microsoft.com/office/drawing/2014/main" id="{E74E3B9D-E355-4458-83BC-FFD060EEB49D}"/>
                </a:ext>
              </a:extLst>
            </p:cNvPr>
            <p:cNvCxnSpPr>
              <a:cxnSpLocks/>
            </p:cNvCxnSpPr>
            <p:nvPr/>
          </p:nvCxnSpPr>
          <p:spPr>
            <a:xfrm>
              <a:off x="3200400" y="1794732"/>
              <a:ext cx="5838825" cy="0"/>
            </a:xfrm>
            <a:prstGeom prst="straightConnector1">
              <a:avLst/>
            </a:prstGeom>
            <a:ln w="76200">
              <a:solidFill>
                <a:srgbClr val="FF0000"/>
              </a:solidFill>
              <a:prstDash val="solid"/>
              <a:tailEnd type="triangle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12" name="Straight Arrow Connector 111">
              <a:extLst>
                <a:ext uri="{FF2B5EF4-FFF2-40B4-BE49-F238E27FC236}">
                  <a16:creationId xmlns:a16="http://schemas.microsoft.com/office/drawing/2014/main" id="{48D9CC3D-CF9D-43AB-BDB9-CD9C12A6BDB3}"/>
                </a:ext>
              </a:extLst>
            </p:cNvPr>
            <p:cNvCxnSpPr>
              <a:cxnSpLocks/>
            </p:cNvCxnSpPr>
            <p:nvPr/>
          </p:nvCxnSpPr>
          <p:spPr>
            <a:xfrm>
              <a:off x="3914774" y="1246313"/>
              <a:ext cx="1" cy="4683000"/>
            </a:xfrm>
            <a:prstGeom prst="straightConnector1">
              <a:avLst/>
            </a:prstGeom>
            <a:ln w="76200">
              <a:solidFill>
                <a:srgbClr val="FF0000"/>
              </a:solidFill>
              <a:prstDash val="solid"/>
              <a:tailEnd type="triangle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385EA5DA-55E5-44D7-B088-ABAFA5580AAD}"/>
                </a:ext>
              </a:extLst>
            </p:cNvPr>
            <p:cNvSpPr txBox="1"/>
            <p:nvPr/>
          </p:nvSpPr>
          <p:spPr>
            <a:xfrm>
              <a:off x="9009616" y="1563899"/>
              <a:ext cx="34496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400" dirty="0">
                  <a:solidFill>
                    <a:srgbClr val="FF0000"/>
                  </a:solidFill>
                </a:rPr>
                <a:t>X</a:t>
              </a:r>
            </a:p>
          </p:txBody>
        </p: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6FFDC562-6197-4728-9882-FE1FD95F2AC8}"/>
                </a:ext>
              </a:extLst>
            </p:cNvPr>
            <p:cNvSpPr txBox="1"/>
            <p:nvPr/>
          </p:nvSpPr>
          <p:spPr>
            <a:xfrm>
              <a:off x="3747101" y="5891682"/>
              <a:ext cx="33534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400" dirty="0">
                  <a:solidFill>
                    <a:srgbClr val="FF0000"/>
                  </a:solidFill>
                </a:rPr>
                <a:t>Y</a:t>
              </a:r>
            </a:p>
          </p:txBody>
        </p:sp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DA8E2AE2-7891-4641-8916-DC57187AEEBF}"/>
                </a:ext>
              </a:extLst>
            </p:cNvPr>
            <p:cNvSpPr txBox="1"/>
            <p:nvPr/>
          </p:nvSpPr>
          <p:spPr>
            <a:xfrm>
              <a:off x="2927056" y="1311386"/>
              <a:ext cx="82747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400" dirty="0">
                  <a:solidFill>
                    <a:srgbClr val="FF0000"/>
                  </a:solidFill>
                </a:rPr>
                <a:t>(0, 0)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894336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165</TotalTime>
  <Words>278</Words>
  <Application>Microsoft Office PowerPoint</Application>
  <PresentationFormat>Widescreen</PresentationFormat>
  <Paragraphs>244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MD Thaitype A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Jan Goolsbey</dc:creator>
  <cp:lastModifiedBy>Jan Goolsbey</cp:lastModifiedBy>
  <cp:revision>24</cp:revision>
  <dcterms:created xsi:type="dcterms:W3CDTF">2020-01-04T04:05:21Z</dcterms:created>
  <dcterms:modified xsi:type="dcterms:W3CDTF">2020-01-05T04:51:51Z</dcterms:modified>
</cp:coreProperties>
</file>