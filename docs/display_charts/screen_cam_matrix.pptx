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8" r:id="rId5"/>
    <p:sldId id="259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2A83-83E8-413C-9EFB-F9461D646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C904C-FA61-45E4-8A7B-241F5BBB9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A126D-9AEE-41A9-A59B-6A74FD82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DA2E6-FC62-44EA-A274-0E8D28B9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14C1F-8FC9-4C06-B43E-E9DF55B8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03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DF52-976E-41A6-B026-492F02DF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0614-C2F2-4F31-8EF7-716FCAB19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E8797-4E15-4843-BF6B-74A9FBB2C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765C6-8980-4BC3-B124-2B3BE2B8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AAC76-C95A-49D7-8A74-0133D3D6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7E72B-3366-408B-A8C8-3AA0C471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0838C-0640-4D28-A2F7-F6C72E503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70476-4F94-4FA2-8D8B-2651513B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D1347-8078-4B5E-8B2F-23982D4E3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85FDE-BFEF-4DE6-82B3-5EF1009C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3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855F-7C51-44A9-BED2-5026F2EF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3DB76-A562-484E-BDF1-518858082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13DC0-712D-43AA-A8B5-73F243955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440-579B-4A10-908B-A1DD2628D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57129-30A8-44C5-926D-3D4FFD7C1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514D4-6433-4924-BB02-30FCE78CD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72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4F89-4916-4793-A742-C06A6DCD8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A7B59-EBD7-40E3-88FA-FDAFF8640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F5412-FE75-48F1-B4C5-F8D4BCE1B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E0FEE-D760-49A6-886A-AF1D6E85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576F1-1292-4B99-A0AB-6707A99A1F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E4C44-F077-43D8-BFFB-B8F654EB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B4C0D4-CB6C-43C5-995D-BD53F759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21CB4-CC56-46BD-A6DB-64F51C5D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92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DC05A-12F2-4524-9CE9-3EFBB4EB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0C03A-0E5B-4C8A-8F2E-383DB280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84205-5B53-4239-AEA2-B81A915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CFF1A-70C4-42E9-8C0D-CB427C67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7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467FD-FAD0-4814-8F11-847E2142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14451-463D-490F-89BB-72D28CA54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5C4BB-B3BF-4539-8937-1C25921F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53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0D763-50EC-40A7-A20F-3146B1661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1C4DA-6F0A-4F50-AF90-4B73610A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1337C-79C9-4B12-BD16-E4ADA9A71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02904-1287-4091-B40F-78076A93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CAF2D-7B8F-4C64-A425-CA806C69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63286-2415-4DDD-BF5D-0A1A2A6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5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53C1-3A37-4DD7-8EE7-5D28D896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904828-B321-4D2A-B059-6FAE87678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1C793-7194-4F56-8930-FB625D13F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DDE84-62E3-4B9F-85CB-7B236E6F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8A04B-4243-449C-BCD5-DFEBD374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51C18-F70D-4BA9-979E-5DBB63E4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3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7FD7-C5CC-4C95-9F39-ABB8C3E9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9BD8E-F7C4-4D04-8DAA-DF54C12ED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2BB60-621A-4DEA-AB6E-EF490E86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32597-6D62-4190-A8A3-9A09F160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116B-5FD0-4A77-8960-23C88798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6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906E1-C95E-4885-8903-EC335174B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DA1C7-6449-42D3-9707-2EE9A3790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BFC33-B03C-4DAD-815C-3F895909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7846-54B1-43DE-950F-012F06E7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8C7CC-9556-48EF-992D-E615A428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5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E9D64-F392-4B96-8ACC-A73E4930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E23A7-12DE-4B98-AF48-774D0A586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2033D-BA26-4565-B01B-3E53E7C30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8045C-D3FA-4431-9B4A-D5F7958B1B74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86407-08BE-4B83-8367-7C093EA7C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97EE-DEAC-4883-A979-B62A78282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6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roup 288">
            <a:extLst>
              <a:ext uri="{FF2B5EF4-FFF2-40B4-BE49-F238E27FC236}">
                <a16:creationId xmlns:a16="http://schemas.microsoft.com/office/drawing/2014/main" id="{60B2D24E-52CF-4903-8B0D-451ACFF07800}"/>
              </a:ext>
            </a:extLst>
          </p:cNvPr>
          <p:cNvGrpSpPr/>
          <p:nvPr/>
        </p:nvGrpSpPr>
        <p:grpSpPr>
          <a:xfrm>
            <a:off x="7486559" y="1106602"/>
            <a:ext cx="4167358" cy="4743913"/>
            <a:chOff x="1143154" y="1156871"/>
            <a:chExt cx="4167358" cy="4743913"/>
          </a:xfrm>
        </p:grpSpPr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1928BB45-2EC3-4FDE-8A65-939EA73EDADF}"/>
                </a:ext>
              </a:extLst>
            </p:cNvPr>
            <p:cNvGrpSpPr/>
            <p:nvPr/>
          </p:nvGrpSpPr>
          <p:grpSpPr>
            <a:xfrm>
              <a:off x="1143154" y="1156871"/>
              <a:ext cx="4167358" cy="4100929"/>
              <a:chOff x="1143154" y="1156871"/>
              <a:chExt cx="4167358" cy="4100929"/>
            </a:xfrm>
          </p:grpSpPr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2EE58D1C-5F7D-408E-B6A5-B6F967ECD633}"/>
                  </a:ext>
                </a:extLst>
              </p:cNvPr>
              <p:cNvGrpSpPr/>
              <p:nvPr/>
            </p:nvGrpSpPr>
            <p:grpSpPr>
              <a:xfrm rot="5400000">
                <a:off x="-291900" y="3200399"/>
                <a:ext cx="3657600" cy="457200"/>
                <a:chOff x="6110287" y="551626"/>
                <a:chExt cx="3657600" cy="457200"/>
              </a:xfrm>
            </p:grpSpPr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F9DC5560-0801-419D-B9DE-210ABFE1825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1102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7EBBCA1C-66B8-48E5-ACA0-7BA4D522F26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5674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262" name="Rectangle 261">
                  <a:extLst>
                    <a:ext uri="{FF2B5EF4-FFF2-40B4-BE49-F238E27FC236}">
                      <a16:creationId xmlns:a16="http://schemas.microsoft.com/office/drawing/2014/main" id="{F78B5427-C1BF-4B40-9629-7768E1DC6B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246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263" name="Rectangle 262">
                  <a:extLst>
                    <a:ext uri="{FF2B5EF4-FFF2-40B4-BE49-F238E27FC236}">
                      <a16:creationId xmlns:a16="http://schemas.microsoft.com/office/drawing/2014/main" id="{DAC3C7C2-EF8A-49EB-B228-399F92475E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818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264" name="Rectangle 263">
                  <a:extLst>
                    <a:ext uri="{FF2B5EF4-FFF2-40B4-BE49-F238E27FC236}">
                      <a16:creationId xmlns:a16="http://schemas.microsoft.com/office/drawing/2014/main" id="{0F31B045-C9D7-4450-9DC2-AF52FAAD37A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9390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265" name="Rectangle 264">
                  <a:extLst>
                    <a:ext uri="{FF2B5EF4-FFF2-40B4-BE49-F238E27FC236}">
                      <a16:creationId xmlns:a16="http://schemas.microsoft.com/office/drawing/2014/main" id="{26EC861F-D370-4DF7-A4E3-BE9EF77B9A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3962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266" name="Rectangle 265">
                  <a:extLst>
                    <a:ext uri="{FF2B5EF4-FFF2-40B4-BE49-F238E27FC236}">
                      <a16:creationId xmlns:a16="http://schemas.microsoft.com/office/drawing/2014/main" id="{3AA6FF01-95EA-4EB0-8D91-6FB0A60746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8534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267" name="Rectangle 266">
                  <a:extLst>
                    <a:ext uri="{FF2B5EF4-FFF2-40B4-BE49-F238E27FC236}">
                      <a16:creationId xmlns:a16="http://schemas.microsoft.com/office/drawing/2014/main" id="{3BD23A98-B84F-4BD9-8C5C-322C4C4AD1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3106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3B0ECE1D-D855-43F9-8E4B-A9868BB36B8B}"/>
                  </a:ext>
                </a:extLst>
              </p:cNvPr>
              <p:cNvGrpSpPr/>
              <p:nvPr/>
            </p:nvGrpSpPr>
            <p:grpSpPr>
              <a:xfrm>
                <a:off x="1652912" y="1281539"/>
                <a:ext cx="3657600" cy="457200"/>
                <a:chOff x="6110287" y="551626"/>
                <a:chExt cx="3657600" cy="457200"/>
              </a:xfrm>
            </p:grpSpPr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543FFF52-80B4-4F66-97B6-80522A0046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1102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F0162BE5-AC7A-4174-A267-DCCE5CA61A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5674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250" name="Rectangle 249">
                  <a:extLst>
                    <a:ext uri="{FF2B5EF4-FFF2-40B4-BE49-F238E27FC236}">
                      <a16:creationId xmlns:a16="http://schemas.microsoft.com/office/drawing/2014/main" id="{79D5C843-EE00-46E0-85EB-08FD68B36A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246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48C884BE-7CF8-4957-B467-811CE06DDBD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818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3BF66D24-D74E-49DB-BC53-6C887DD4F42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9390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32BF7844-B9F2-4D37-BE8F-CD38B2BD2BF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3962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E608A9DB-765D-41AD-AF4D-E7E040B4BD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8534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255" name="Rectangle 254">
                  <a:extLst>
                    <a:ext uri="{FF2B5EF4-FFF2-40B4-BE49-F238E27FC236}">
                      <a16:creationId xmlns:a16="http://schemas.microsoft.com/office/drawing/2014/main" id="{1224B6A0-8CC5-4921-B9E8-2436341D92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3106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1BD13118-18DF-4233-ACBD-C34995B15105}"/>
                  </a:ext>
                </a:extLst>
              </p:cNvPr>
              <p:cNvGrpSpPr/>
              <p:nvPr/>
            </p:nvGrpSpPr>
            <p:grpSpPr>
              <a:xfrm>
                <a:off x="1652912" y="1600200"/>
                <a:ext cx="3657600" cy="3657600"/>
                <a:chOff x="1652912" y="1600200"/>
                <a:chExt cx="3657600" cy="3657600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B47B4E46-CB89-454A-B3AF-07FBD29AE3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0</a:t>
                  </a: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6DD8-4A17-4BA7-A672-22A1D98C02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8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BECC4F42-B945-43EA-93BE-960F338E66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16</a:t>
                  </a: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CD7A697-622C-419C-B799-26A6858B85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24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4759DDA-E73E-4387-8ACB-7BF783016C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34290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32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2AC7BDB-60A5-4182-9E07-4D8660303A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40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8F8881F-427F-4FD1-9A71-3C3546AD39B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48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D0A510D-CC8A-4E47-B0FC-3CB857546E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595ECBF-73C4-4C8A-BA4F-B27ABFA113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A2ADB09-B37F-4C06-A264-D79B91F6896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9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8CB4C094-E8B2-41C1-8044-86F3C7C463A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17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87D8CC3-F6D3-4E2A-9566-85526A1F56A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25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F4912C9-68B1-479F-BFB9-CCCBFDA1A60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34290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33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2B979C1-ACAD-4078-9105-B8569D2829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41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3D049480-999B-4BF6-9B06-5A8D0EA50B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49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884572B-7114-40EC-8495-A5451535C8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57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FFBDE58-9E06-4960-989C-EFD3D24D54A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E2A6029-3FA7-4947-AF43-A38A16542A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10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CD460B0-46A2-4964-9C34-4F63EA1994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18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DDFBFAD-670A-4748-A94D-1E64E80B15A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26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06B4D85-197E-440D-B794-96A8B032182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34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455BF368-B718-48E9-884D-B3383E52FE7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42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C9D531D-0832-4F71-86C7-BF8E3BF237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50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EBC9BF6-B4EB-45D0-B67A-175E79F6DE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58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50A880D-0491-42A2-8F0F-F7B39FF129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3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99C62F6-97E1-4518-AC68-47A9772DA6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11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51ED2F2D-63A6-478A-A2F9-3D66A20AC7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19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7107CBB-56AA-4B6B-BC5D-3AE2491552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27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F66BE8E-751B-45CD-BB51-73ECD5B2B6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35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5B2EF43-4C0E-44AF-B6F0-794CD87060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43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6EEBE39-E07C-491E-B3F4-0A880A5E05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51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97303390-C824-4C4B-8E19-DC1FEB48B7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59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1EE90D3-97C9-449A-B134-F8A4BD7B38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936415E-0A71-43F6-86FE-E41B288821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12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D80769-6DDA-4338-B35E-1DE00E2A34C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20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5F19497-C9C3-444F-BFAC-A88B036ADE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28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AA8D0D92-D4E1-4221-9911-40F3AA5404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36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9C3B906-7CBE-4EE5-83E6-C922B5A76A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44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2D325EC-4CEA-40FE-A218-A94A1710F5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52</a:t>
                  </a: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5CCE92F-39E5-4B19-BE86-7E3D32FA6F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60</a:t>
                  </a: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E5B76CA8-82B8-41A1-AAC1-AC4C062368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</a:t>
                  </a: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9A10109-6F06-4846-95B5-7958A364AC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0574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13</a:t>
                  </a: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DA76E73A-C224-4663-9CE1-4C7C793E73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21</a:t>
                  </a: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F764991-2B02-4E86-AA38-1CDB25A2F6C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29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A32622D-CC0B-4057-A819-1B014FB59D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37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F10F818-3FA7-4D36-8B6A-AB493A96EA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45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585CA73-CB4F-4F1D-A538-B003A8318B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53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EBBC018E-5D41-4385-BDAC-F95795D041B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61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A80F28B1-A065-4CF8-8133-6C57377A73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01C96F65-B19F-49D8-AEB2-AB139D0E79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14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020BFCCA-519E-4ED8-80EE-D6232EC7F0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22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03213AA0-4164-41F9-B9EE-409EE3F931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30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4BE9BA4-5ECF-46A1-BBBD-CAC74AEC05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38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3A1FC7C-64E5-434E-A6D7-970B4585A2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46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10D1CF15-53CE-4CE6-9080-C8FFB6C4D9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54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8842A85-08FB-4035-9750-FF47242556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62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90049369-2BBD-41B4-9382-CA33DAF607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7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02D62D3-9672-47F9-8E5A-3E7220E866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15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1F12556C-8983-41DF-902F-FA01A25653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23</a:t>
                  </a: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A52C980-0C05-4498-B96D-51E8574BDC9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31</a:t>
                  </a: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87F1F9D3-74AA-4167-97C8-8C16679E60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39</a:t>
                  </a: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1E6B4691-EED4-4586-A08F-624BFB39F0D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47</a:t>
                  </a: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DCF27C63-F0D2-43B6-9971-FD3A6BE4C0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55</a:t>
                  </a: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055D4C3C-9613-4C77-895A-481C0D90E8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63</a:t>
                  </a:r>
                </a:p>
              </p:txBody>
            </p:sp>
          </p:grp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CD690B52-52CE-4D3D-997B-1BFA419D408B}"/>
                  </a:ext>
                </a:extLst>
              </p:cNvPr>
              <p:cNvSpPr txBox="1"/>
              <p:nvPr/>
            </p:nvSpPr>
            <p:spPr>
              <a:xfrm>
                <a:off x="3080063" y="1156871"/>
                <a:ext cx="803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rgbClr val="0070C0"/>
                    </a:solidFill>
                  </a:rPr>
                  <a:t>column</a:t>
                </a: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A089CE6B-A2CA-431A-A114-A9B067D126CE}"/>
                  </a:ext>
                </a:extLst>
              </p:cNvPr>
              <p:cNvSpPr txBox="1"/>
              <p:nvPr/>
            </p:nvSpPr>
            <p:spPr>
              <a:xfrm>
                <a:off x="1143154" y="3222600"/>
                <a:ext cx="430887" cy="415114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rgbClr val="0070C0"/>
                    </a:solidFill>
                  </a:rPr>
                  <a:t>row</a:t>
                </a:r>
              </a:p>
            </p:txBody>
          </p:sp>
        </p:grp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CB589AD4-1178-4280-98EE-B7A4E64C9FD4}"/>
                </a:ext>
              </a:extLst>
            </p:cNvPr>
            <p:cNvSpPr txBox="1"/>
            <p:nvPr/>
          </p:nvSpPr>
          <p:spPr>
            <a:xfrm>
              <a:off x="2507373" y="5500674"/>
              <a:ext cx="23231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IMAGE AREA ARRAY</a:t>
              </a: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F445A3A3-4B73-41CD-BD66-F19436CF881D}"/>
              </a:ext>
            </a:extLst>
          </p:cNvPr>
          <p:cNvGrpSpPr/>
          <p:nvPr/>
        </p:nvGrpSpPr>
        <p:grpSpPr>
          <a:xfrm>
            <a:off x="5052933" y="2758816"/>
            <a:ext cx="2492329" cy="1211286"/>
            <a:chOff x="5078344" y="2807754"/>
            <a:chExt cx="2492329" cy="1211286"/>
          </a:xfrm>
        </p:grpSpPr>
        <p:sp>
          <p:nvSpPr>
            <p:cNvPr id="292" name="Arrow: Right 291">
              <a:extLst>
                <a:ext uri="{FF2B5EF4-FFF2-40B4-BE49-F238E27FC236}">
                  <a16:creationId xmlns:a16="http://schemas.microsoft.com/office/drawing/2014/main" id="{43666D31-606A-4D50-93BB-EFF2DB2C22D6}"/>
                </a:ext>
              </a:extLst>
            </p:cNvPr>
            <p:cNvSpPr/>
            <p:nvPr/>
          </p:nvSpPr>
          <p:spPr>
            <a:xfrm>
              <a:off x="5078344" y="2807754"/>
              <a:ext cx="2492329" cy="1211286"/>
            </a:xfrm>
            <a:prstGeom prst="rightArrow">
              <a:avLst>
                <a:gd name="adj1" fmla="val 50000"/>
                <a:gd name="adj2" fmla="val 63744"/>
              </a:avLst>
            </a:prstGeom>
            <a:gradFill flip="none" rotWithShape="1">
              <a:gsLst>
                <a:gs pos="100000">
                  <a:srgbClr val="0070C0"/>
                </a:gs>
                <a:gs pos="0">
                  <a:srgbClr val="00B050"/>
                </a:gs>
              </a:gsLst>
              <a:lin ang="0" scaled="0"/>
              <a:tileRect/>
            </a:gradFill>
            <a:ln w="222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E236E953-B5AD-43DB-8240-AD8EED9F7D8B}"/>
                </a:ext>
              </a:extLst>
            </p:cNvPr>
            <p:cNvSpPr txBox="1"/>
            <p:nvPr/>
          </p:nvSpPr>
          <p:spPr>
            <a:xfrm>
              <a:off x="5474928" y="3228945"/>
              <a:ext cx="15581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TRANSFORM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1C499EAA-8309-47E7-9A4D-5581491E0CB0}"/>
              </a:ext>
            </a:extLst>
          </p:cNvPr>
          <p:cNvGrpSpPr/>
          <p:nvPr/>
        </p:nvGrpSpPr>
        <p:grpSpPr>
          <a:xfrm>
            <a:off x="592890" y="497445"/>
            <a:ext cx="5069642" cy="5353070"/>
            <a:chOff x="240465" y="497445"/>
            <a:chExt cx="5069642" cy="5353070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A7207827-9AF1-4A0D-983D-A5F4239B4E4A}"/>
                </a:ext>
              </a:extLst>
            </p:cNvPr>
            <p:cNvGrpSpPr/>
            <p:nvPr/>
          </p:nvGrpSpPr>
          <p:grpSpPr>
            <a:xfrm>
              <a:off x="442752" y="497445"/>
              <a:ext cx="4867355" cy="5353070"/>
              <a:chOff x="233202" y="497445"/>
              <a:chExt cx="4867355" cy="5353070"/>
            </a:xfrm>
          </p:grpSpPr>
          <p:grpSp>
            <p:nvGrpSpPr>
              <p:cNvPr id="291" name="Group 290">
                <a:extLst>
                  <a:ext uri="{FF2B5EF4-FFF2-40B4-BE49-F238E27FC236}">
                    <a16:creationId xmlns:a16="http://schemas.microsoft.com/office/drawing/2014/main" id="{5C9A59EA-85A9-4515-A9CD-7289DE986CCE}"/>
                  </a:ext>
                </a:extLst>
              </p:cNvPr>
              <p:cNvGrpSpPr/>
              <p:nvPr/>
            </p:nvGrpSpPr>
            <p:grpSpPr>
              <a:xfrm>
                <a:off x="614283" y="497445"/>
                <a:ext cx="4486274" cy="5353070"/>
                <a:chOff x="7338688" y="561985"/>
                <a:chExt cx="4486274" cy="5353070"/>
              </a:xfrm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931A21F8-BF02-4032-AE94-74020A5BCA75}"/>
                    </a:ext>
                  </a:extLst>
                </p:cNvPr>
                <p:cNvGrpSpPr/>
                <p:nvPr/>
              </p:nvGrpSpPr>
              <p:grpSpPr>
                <a:xfrm>
                  <a:off x="7338688" y="561985"/>
                  <a:ext cx="4486274" cy="4695815"/>
                  <a:chOff x="7338688" y="561985"/>
                  <a:chExt cx="4486274" cy="4695815"/>
                </a:xfrm>
              </p:grpSpPr>
              <p:sp>
                <p:nvSpPr>
                  <p:cNvPr id="237" name="Isosceles Triangle 236">
                    <a:extLst>
                      <a:ext uri="{FF2B5EF4-FFF2-40B4-BE49-F238E27FC236}">
                        <a16:creationId xmlns:a16="http://schemas.microsoft.com/office/drawing/2014/main" id="{481876CF-6151-4B89-957E-F743C66323F8}"/>
                      </a:ext>
                    </a:extLst>
                  </p:cNvPr>
                  <p:cNvSpPr/>
                  <p:nvPr/>
                </p:nvSpPr>
                <p:spPr>
                  <a:xfrm>
                    <a:off x="9253214" y="561985"/>
                    <a:ext cx="2571748" cy="1724015"/>
                  </a:xfrm>
                  <a:prstGeom prst="triangle">
                    <a:avLst/>
                  </a:prstGeom>
                  <a:solidFill>
                    <a:srgbClr val="FF0000">
                      <a:alpha val="52000"/>
                    </a:srgbClr>
                  </a:solidFill>
                  <a:ln>
                    <a:noFill/>
                  </a:ln>
                  <a:effectLst>
                    <a:outerShdw blurRad="76200" dist="12700" dir="2700000" sy="-23000" kx="-800400" algn="bl" rotWithShape="0">
                      <a:prstClr val="black">
                        <a:alpha val="20000"/>
                      </a:prstClr>
                    </a:outerShdw>
                    <a:reflection blurRad="6350" stA="52000" endA="300" endPos="35000" dir="5400000" sy="-100000" algn="bl" rotWithShape="0"/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19" name="Group 218">
                    <a:extLst>
                      <a:ext uri="{FF2B5EF4-FFF2-40B4-BE49-F238E27FC236}">
                        <a16:creationId xmlns:a16="http://schemas.microsoft.com/office/drawing/2014/main" id="{7BE65424-E83B-47DF-98FA-12A94FE9739D}"/>
                      </a:ext>
                    </a:extLst>
                  </p:cNvPr>
                  <p:cNvGrpSpPr/>
                  <p:nvPr/>
                </p:nvGrpSpPr>
                <p:grpSpPr>
                  <a:xfrm>
                    <a:off x="7338688" y="1600200"/>
                    <a:ext cx="3657600" cy="3657600"/>
                    <a:chOff x="7338688" y="1600200"/>
                    <a:chExt cx="3657600" cy="3657600"/>
                  </a:xfrm>
                </p:grpSpPr>
                <p:sp>
                  <p:nvSpPr>
                    <p:cNvPr id="155" name="Rectangle 154">
                      <a:extLst>
                        <a:ext uri="{FF2B5EF4-FFF2-40B4-BE49-F238E27FC236}">
                          <a16:creationId xmlns:a16="http://schemas.microsoft.com/office/drawing/2014/main" id="{2D757391-256E-45BF-99DD-89A74298B0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p:txBody>
                </p:sp>
                <p:sp>
                  <p:nvSpPr>
                    <p:cNvPr id="156" name="Rectangle 155">
                      <a:extLst>
                        <a:ext uri="{FF2B5EF4-FFF2-40B4-BE49-F238E27FC236}">
                          <a16:creationId xmlns:a16="http://schemas.microsoft.com/office/drawing/2014/main" id="{C3BFC5CA-7BCB-4309-802F-D4B45F938E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p:txBody>
                </p:sp>
                <p:sp>
                  <p:nvSpPr>
                    <p:cNvPr id="157" name="Rectangle 156">
                      <a:extLst>
                        <a:ext uri="{FF2B5EF4-FFF2-40B4-BE49-F238E27FC236}">
                          <a16:creationId xmlns:a16="http://schemas.microsoft.com/office/drawing/2014/main" id="{E67C5243-E4BC-432E-A99D-D3BBE32790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</a:p>
                  </p:txBody>
                </p:sp>
                <p:sp>
                  <p:nvSpPr>
                    <p:cNvPr id="158" name="Rectangle 157">
                      <a:extLst>
                        <a:ext uri="{FF2B5EF4-FFF2-40B4-BE49-F238E27FC236}">
                          <a16:creationId xmlns:a16="http://schemas.microsoft.com/office/drawing/2014/main" id="{81983A55-A907-4514-98FC-3498343754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p:txBody>
                </p:sp>
                <p:sp>
                  <p:nvSpPr>
                    <p:cNvPr id="159" name="Rectangle 158">
                      <a:extLst>
                        <a:ext uri="{FF2B5EF4-FFF2-40B4-BE49-F238E27FC236}">
                          <a16:creationId xmlns:a16="http://schemas.microsoft.com/office/drawing/2014/main" id="{563EA3A4-1495-4F13-A5AD-33F6D0B42E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p:txBody>
                </p:sp>
                <p:sp>
                  <p:nvSpPr>
                    <p:cNvPr id="160" name="Rectangle 159">
                      <a:extLst>
                        <a:ext uri="{FF2B5EF4-FFF2-40B4-BE49-F238E27FC236}">
                          <a16:creationId xmlns:a16="http://schemas.microsoft.com/office/drawing/2014/main" id="{394C247E-6390-49DD-AAA2-908005D693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40</a:t>
                      </a:r>
                    </a:p>
                  </p:txBody>
                </p:sp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17095E76-B4B9-4D5C-8BD1-1B3443FD00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48</a:t>
                      </a:r>
                    </a:p>
                  </p:txBody>
                </p:sp>
                <p:sp>
                  <p:nvSpPr>
                    <p:cNvPr id="162" name="Rectangle 161">
                      <a:extLst>
                        <a:ext uri="{FF2B5EF4-FFF2-40B4-BE49-F238E27FC236}">
                          <a16:creationId xmlns:a16="http://schemas.microsoft.com/office/drawing/2014/main" id="{235D8CBB-7B7B-4E9C-B08F-2C4BC305C5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56</a:t>
                      </a:r>
                    </a:p>
                  </p:txBody>
                </p:sp>
                <p:sp>
                  <p:nvSpPr>
                    <p:cNvPr id="163" name="Rectangle 162">
                      <a:extLst>
                        <a:ext uri="{FF2B5EF4-FFF2-40B4-BE49-F238E27FC236}">
                          <a16:creationId xmlns:a16="http://schemas.microsoft.com/office/drawing/2014/main" id="{8F48DE13-71B8-4BAE-909F-F892025D92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p:txBody>
                </p:sp>
                <p:sp>
                  <p:nvSpPr>
                    <p:cNvPr id="164" name="Rectangle 163">
                      <a:extLst>
                        <a:ext uri="{FF2B5EF4-FFF2-40B4-BE49-F238E27FC236}">
                          <a16:creationId xmlns:a16="http://schemas.microsoft.com/office/drawing/2014/main" id="{FD28E11B-7CD7-46DC-8969-B8B52A4E16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p:txBody>
                </p:sp>
                <p:sp>
                  <p:nvSpPr>
                    <p:cNvPr id="165" name="Rectangle 164">
                      <a:extLst>
                        <a:ext uri="{FF2B5EF4-FFF2-40B4-BE49-F238E27FC236}">
                          <a16:creationId xmlns:a16="http://schemas.microsoft.com/office/drawing/2014/main" id="{73573E17-3EE2-4696-977C-A94186358E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17</a:t>
                      </a:r>
                    </a:p>
                  </p:txBody>
                </p:sp>
                <p:sp>
                  <p:nvSpPr>
                    <p:cNvPr id="166" name="Rectangle 165">
                      <a:extLst>
                        <a:ext uri="{FF2B5EF4-FFF2-40B4-BE49-F238E27FC236}">
                          <a16:creationId xmlns:a16="http://schemas.microsoft.com/office/drawing/2014/main" id="{CF6DF696-3C19-4A06-9FBF-A5D48A0B4E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p:txBody>
                </p:sp>
                <p:sp>
                  <p:nvSpPr>
                    <p:cNvPr id="167" name="Rectangle 166">
                      <a:extLst>
                        <a:ext uri="{FF2B5EF4-FFF2-40B4-BE49-F238E27FC236}">
                          <a16:creationId xmlns:a16="http://schemas.microsoft.com/office/drawing/2014/main" id="{3C54B10F-D6EA-4BF6-ADF0-2D418CB708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33</a:t>
                      </a:r>
                    </a:p>
                  </p:txBody>
                </p:sp>
                <p:sp>
                  <p:nvSpPr>
                    <p:cNvPr id="168" name="Rectangle 167">
                      <a:extLst>
                        <a:ext uri="{FF2B5EF4-FFF2-40B4-BE49-F238E27FC236}">
                          <a16:creationId xmlns:a16="http://schemas.microsoft.com/office/drawing/2014/main" id="{6573C7A0-06A5-436F-82EB-4F282B9009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41</a:t>
                      </a:r>
                    </a:p>
                  </p:txBody>
                </p:sp>
                <p:sp>
                  <p:nvSpPr>
                    <p:cNvPr id="169" name="Rectangle 168">
                      <a:extLst>
                        <a:ext uri="{FF2B5EF4-FFF2-40B4-BE49-F238E27FC236}">
                          <a16:creationId xmlns:a16="http://schemas.microsoft.com/office/drawing/2014/main" id="{B22840C5-6296-4FB4-BC39-0BB6213748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49</a:t>
                      </a:r>
                    </a:p>
                  </p:txBody>
                </p:sp>
                <p:sp>
                  <p:nvSpPr>
                    <p:cNvPr id="170" name="Rectangle 169">
                      <a:extLst>
                        <a:ext uri="{FF2B5EF4-FFF2-40B4-BE49-F238E27FC236}">
                          <a16:creationId xmlns:a16="http://schemas.microsoft.com/office/drawing/2014/main" id="{F3BB5DD5-59BA-469A-9FE3-21AC8E5AB9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57</a:t>
                      </a:r>
                    </a:p>
                  </p:txBody>
                </p:sp>
                <p:sp>
                  <p:nvSpPr>
                    <p:cNvPr id="171" name="Rectangle 170">
                      <a:extLst>
                        <a:ext uri="{FF2B5EF4-FFF2-40B4-BE49-F238E27FC236}">
                          <a16:creationId xmlns:a16="http://schemas.microsoft.com/office/drawing/2014/main" id="{48D68D55-EAB6-4F0C-9B0B-57000ED1FC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p:txBody>
                </p:sp>
                <p:sp>
                  <p:nvSpPr>
                    <p:cNvPr id="172" name="Rectangle 171">
                      <a:extLst>
                        <a:ext uri="{FF2B5EF4-FFF2-40B4-BE49-F238E27FC236}">
                          <a16:creationId xmlns:a16="http://schemas.microsoft.com/office/drawing/2014/main" id="{402CDFA7-50DF-4338-936D-F33BBE4B2A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p:txBody>
                </p:sp>
                <p:sp>
                  <p:nvSpPr>
                    <p:cNvPr id="173" name="Rectangle 172">
                      <a:extLst>
                        <a:ext uri="{FF2B5EF4-FFF2-40B4-BE49-F238E27FC236}">
                          <a16:creationId xmlns:a16="http://schemas.microsoft.com/office/drawing/2014/main" id="{FBAE3E8D-0E73-4BFF-9EC0-4BF70637E4B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18</a:t>
                      </a:r>
                    </a:p>
                  </p:txBody>
                </p:sp>
                <p:sp>
                  <p:nvSpPr>
                    <p:cNvPr id="174" name="Rectangle 173">
                      <a:extLst>
                        <a:ext uri="{FF2B5EF4-FFF2-40B4-BE49-F238E27FC236}">
                          <a16:creationId xmlns:a16="http://schemas.microsoft.com/office/drawing/2014/main" id="{B7856500-3F99-41C2-BCC3-39C54DC618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26</a:t>
                      </a:r>
                    </a:p>
                  </p:txBody>
                </p:sp>
                <p:sp>
                  <p:nvSpPr>
                    <p:cNvPr id="175" name="Rectangle 174">
                      <a:extLst>
                        <a:ext uri="{FF2B5EF4-FFF2-40B4-BE49-F238E27FC236}">
                          <a16:creationId xmlns:a16="http://schemas.microsoft.com/office/drawing/2014/main" id="{DC754564-1B10-46CF-B1C9-3CF4A889C4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34</a:t>
                      </a:r>
                    </a:p>
                  </p:txBody>
                </p:sp>
                <p:sp>
                  <p:nvSpPr>
                    <p:cNvPr id="176" name="Rectangle 175">
                      <a:extLst>
                        <a:ext uri="{FF2B5EF4-FFF2-40B4-BE49-F238E27FC236}">
                          <a16:creationId xmlns:a16="http://schemas.microsoft.com/office/drawing/2014/main" id="{8B976062-6AFC-4149-8EE2-4E8CE56BCF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42</a:t>
                      </a:r>
                    </a:p>
                  </p:txBody>
                </p:sp>
                <p:sp>
                  <p:nvSpPr>
                    <p:cNvPr id="177" name="Rectangle 176">
                      <a:extLst>
                        <a:ext uri="{FF2B5EF4-FFF2-40B4-BE49-F238E27FC236}">
                          <a16:creationId xmlns:a16="http://schemas.microsoft.com/office/drawing/2014/main" id="{C3CC821A-654D-47AC-8936-1E82534D76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50</a:t>
                      </a:r>
                    </a:p>
                  </p:txBody>
                </p:sp>
                <p:sp>
                  <p:nvSpPr>
                    <p:cNvPr id="178" name="Rectangle 177">
                      <a:extLst>
                        <a:ext uri="{FF2B5EF4-FFF2-40B4-BE49-F238E27FC236}">
                          <a16:creationId xmlns:a16="http://schemas.microsoft.com/office/drawing/2014/main" id="{B811DE0B-95CD-47D8-8871-B2ACFE1DA7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58</a:t>
                      </a:r>
                    </a:p>
                  </p:txBody>
                </p:sp>
                <p:sp>
                  <p:nvSpPr>
                    <p:cNvPr id="179" name="Rectangle 178">
                      <a:extLst>
                        <a:ext uri="{FF2B5EF4-FFF2-40B4-BE49-F238E27FC236}">
                          <a16:creationId xmlns:a16="http://schemas.microsoft.com/office/drawing/2014/main" id="{736EE36A-DE9C-456F-9DB3-2D44E7B5D6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p:txBody>
                </p:sp>
                <p:sp>
                  <p:nvSpPr>
                    <p:cNvPr id="180" name="Rectangle 179">
                      <a:extLst>
                        <a:ext uri="{FF2B5EF4-FFF2-40B4-BE49-F238E27FC236}">
                          <a16:creationId xmlns:a16="http://schemas.microsoft.com/office/drawing/2014/main" id="{D3C9B417-D4EF-4707-AF50-457B560442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p:txBody>
                </p:sp>
                <p:sp>
                  <p:nvSpPr>
                    <p:cNvPr id="181" name="Rectangle 180">
                      <a:extLst>
                        <a:ext uri="{FF2B5EF4-FFF2-40B4-BE49-F238E27FC236}">
                          <a16:creationId xmlns:a16="http://schemas.microsoft.com/office/drawing/2014/main" id="{D9EC0426-018C-4503-80F2-F7254C7A09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95DC6703-AE2A-4048-98FA-4172CF9C44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183" name="Rectangle 182">
                      <a:extLst>
                        <a:ext uri="{FF2B5EF4-FFF2-40B4-BE49-F238E27FC236}">
                          <a16:creationId xmlns:a16="http://schemas.microsoft.com/office/drawing/2014/main" id="{6495F12A-D1F2-4AFA-A16D-72D8A74FFC7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35</a:t>
                      </a:r>
                    </a:p>
                  </p:txBody>
                </p:sp>
                <p:sp>
                  <p:nvSpPr>
                    <p:cNvPr id="184" name="Rectangle 183">
                      <a:extLst>
                        <a:ext uri="{FF2B5EF4-FFF2-40B4-BE49-F238E27FC236}">
                          <a16:creationId xmlns:a16="http://schemas.microsoft.com/office/drawing/2014/main" id="{E87D287F-A498-4082-A205-A89B51B36E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43</a:t>
                      </a:r>
                    </a:p>
                  </p:txBody>
                </p:sp>
                <p:sp>
                  <p:nvSpPr>
                    <p:cNvPr id="185" name="Rectangle 184">
                      <a:extLst>
                        <a:ext uri="{FF2B5EF4-FFF2-40B4-BE49-F238E27FC236}">
                          <a16:creationId xmlns:a16="http://schemas.microsoft.com/office/drawing/2014/main" id="{C7B9BEB0-82E7-497D-BB28-7A7AF68840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51</a:t>
                      </a:r>
                    </a:p>
                  </p:txBody>
                </p:sp>
                <p:sp>
                  <p:nvSpPr>
                    <p:cNvPr id="186" name="Rectangle 185">
                      <a:extLst>
                        <a:ext uri="{FF2B5EF4-FFF2-40B4-BE49-F238E27FC236}">
                          <a16:creationId xmlns:a16="http://schemas.microsoft.com/office/drawing/2014/main" id="{8770F80A-DC57-48F8-B6B1-9DD09AE956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59</a:t>
                      </a:r>
                    </a:p>
                  </p:txBody>
                </p:sp>
                <p:sp>
                  <p:nvSpPr>
                    <p:cNvPr id="187" name="Rectangle 186">
                      <a:extLst>
                        <a:ext uri="{FF2B5EF4-FFF2-40B4-BE49-F238E27FC236}">
                          <a16:creationId xmlns:a16="http://schemas.microsoft.com/office/drawing/2014/main" id="{8C55304D-5682-4102-8D90-EE454BE113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p:txBody>
                </p:sp>
                <p:sp>
                  <p:nvSpPr>
                    <p:cNvPr id="188" name="Rectangle 187">
                      <a:extLst>
                        <a:ext uri="{FF2B5EF4-FFF2-40B4-BE49-F238E27FC236}">
                          <a16:creationId xmlns:a16="http://schemas.microsoft.com/office/drawing/2014/main" id="{486CB67E-9B8D-432D-B9DF-6C6D5069E3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p:txBody>
                </p:sp>
                <p:sp>
                  <p:nvSpPr>
                    <p:cNvPr id="189" name="Rectangle 188">
                      <a:extLst>
                        <a:ext uri="{FF2B5EF4-FFF2-40B4-BE49-F238E27FC236}">
                          <a16:creationId xmlns:a16="http://schemas.microsoft.com/office/drawing/2014/main" id="{7F5494B3-C028-4CCE-AF61-99357FEA72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p:txBody>
                </p:sp>
                <p:sp>
                  <p:nvSpPr>
                    <p:cNvPr id="190" name="Rectangle 189">
                      <a:extLst>
                        <a:ext uri="{FF2B5EF4-FFF2-40B4-BE49-F238E27FC236}">
                          <a16:creationId xmlns:a16="http://schemas.microsoft.com/office/drawing/2014/main" id="{EDD3E9D5-DAC4-4F08-9994-14A4972A1B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191" name="Rectangle 190">
                      <a:extLst>
                        <a:ext uri="{FF2B5EF4-FFF2-40B4-BE49-F238E27FC236}">
                          <a16:creationId xmlns:a16="http://schemas.microsoft.com/office/drawing/2014/main" id="{325688FE-8A83-442B-82E3-87ADC538C5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36</a:t>
                      </a:r>
                    </a:p>
                  </p:txBody>
                </p:sp>
                <p:sp>
                  <p:nvSpPr>
                    <p:cNvPr id="192" name="Rectangle 191">
                      <a:extLst>
                        <a:ext uri="{FF2B5EF4-FFF2-40B4-BE49-F238E27FC236}">
                          <a16:creationId xmlns:a16="http://schemas.microsoft.com/office/drawing/2014/main" id="{F293AA65-4D8F-4F6E-8433-8F9272989D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44</a:t>
                      </a:r>
                    </a:p>
                  </p:txBody>
                </p:sp>
                <p:sp>
                  <p:nvSpPr>
                    <p:cNvPr id="193" name="Rectangle 192">
                      <a:extLst>
                        <a:ext uri="{FF2B5EF4-FFF2-40B4-BE49-F238E27FC236}">
                          <a16:creationId xmlns:a16="http://schemas.microsoft.com/office/drawing/2014/main" id="{BBD999E7-1F70-4CA6-8E14-25AB065CC9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52</a:t>
                      </a:r>
                    </a:p>
                  </p:txBody>
                </p:sp>
                <p:sp>
                  <p:nvSpPr>
                    <p:cNvPr id="194" name="Rectangle 193">
                      <a:extLst>
                        <a:ext uri="{FF2B5EF4-FFF2-40B4-BE49-F238E27FC236}">
                          <a16:creationId xmlns:a16="http://schemas.microsoft.com/office/drawing/2014/main" id="{C555E0BC-875A-43DC-B8EC-C93DD5108F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60</a:t>
                      </a:r>
                    </a:p>
                  </p:txBody>
                </p:sp>
                <p:sp>
                  <p:nvSpPr>
                    <p:cNvPr id="195" name="Rectangle 194">
                      <a:extLst>
                        <a:ext uri="{FF2B5EF4-FFF2-40B4-BE49-F238E27FC236}">
                          <a16:creationId xmlns:a16="http://schemas.microsoft.com/office/drawing/2014/main" id="{61534C83-09A8-4258-BFC1-BBB843B8C4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p:txBody>
                </p:sp>
                <p:sp>
                  <p:nvSpPr>
                    <p:cNvPr id="196" name="Rectangle 195">
                      <a:extLst>
                        <a:ext uri="{FF2B5EF4-FFF2-40B4-BE49-F238E27FC236}">
                          <a16:creationId xmlns:a16="http://schemas.microsoft.com/office/drawing/2014/main" id="{80982041-898A-46AB-BAF2-8B0555B0FD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p:txBody>
                </p:sp>
                <p:sp>
                  <p:nvSpPr>
                    <p:cNvPr id="197" name="Rectangle 196">
                      <a:extLst>
                        <a:ext uri="{FF2B5EF4-FFF2-40B4-BE49-F238E27FC236}">
                          <a16:creationId xmlns:a16="http://schemas.microsoft.com/office/drawing/2014/main" id="{F227DC62-6E93-408A-875D-231F97C428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p:txBody>
                </p:sp>
                <p:sp>
                  <p:nvSpPr>
                    <p:cNvPr id="198" name="Rectangle 197">
                      <a:extLst>
                        <a:ext uri="{FF2B5EF4-FFF2-40B4-BE49-F238E27FC236}">
                          <a16:creationId xmlns:a16="http://schemas.microsoft.com/office/drawing/2014/main" id="{6BF27023-7590-4106-A503-9E78FA103F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29</a:t>
                      </a:r>
                    </a:p>
                  </p:txBody>
                </p:sp>
                <p:sp>
                  <p:nvSpPr>
                    <p:cNvPr id="199" name="Rectangle 198">
                      <a:extLst>
                        <a:ext uri="{FF2B5EF4-FFF2-40B4-BE49-F238E27FC236}">
                          <a16:creationId xmlns:a16="http://schemas.microsoft.com/office/drawing/2014/main" id="{A1077354-C888-4904-BC9A-A59E0CEF8A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37</a:t>
                      </a:r>
                    </a:p>
                  </p:txBody>
                </p:sp>
                <p:sp>
                  <p:nvSpPr>
                    <p:cNvPr id="200" name="Rectangle 199">
                      <a:extLst>
                        <a:ext uri="{FF2B5EF4-FFF2-40B4-BE49-F238E27FC236}">
                          <a16:creationId xmlns:a16="http://schemas.microsoft.com/office/drawing/2014/main" id="{4AFE4ABD-474F-47D6-BD96-2B2662F048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45</a:t>
                      </a:r>
                    </a:p>
                  </p:txBody>
                </p:sp>
                <p:sp>
                  <p:nvSpPr>
                    <p:cNvPr id="201" name="Rectangle 200">
                      <a:extLst>
                        <a:ext uri="{FF2B5EF4-FFF2-40B4-BE49-F238E27FC236}">
                          <a16:creationId xmlns:a16="http://schemas.microsoft.com/office/drawing/2014/main" id="{61B87B0E-9221-4ED1-8596-16B057FB20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53</a:t>
                      </a:r>
                    </a:p>
                  </p:txBody>
                </p:sp>
                <p:sp>
                  <p:nvSpPr>
                    <p:cNvPr id="202" name="Rectangle 201">
                      <a:extLst>
                        <a:ext uri="{FF2B5EF4-FFF2-40B4-BE49-F238E27FC236}">
                          <a16:creationId xmlns:a16="http://schemas.microsoft.com/office/drawing/2014/main" id="{09BB0834-86A3-4CE7-9F6D-2DB45C1613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61</a:t>
                      </a:r>
                    </a:p>
                  </p:txBody>
                </p:sp>
                <p:sp>
                  <p:nvSpPr>
                    <p:cNvPr id="203" name="Rectangle 202">
                      <a:extLst>
                        <a:ext uri="{FF2B5EF4-FFF2-40B4-BE49-F238E27FC236}">
                          <a16:creationId xmlns:a16="http://schemas.microsoft.com/office/drawing/2014/main" id="{32D6596F-5BF9-43E7-9D98-E88CDA1D1C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p:txBody>
                </p:sp>
                <p:sp>
                  <p:nvSpPr>
                    <p:cNvPr id="204" name="Rectangle 203">
                      <a:extLst>
                        <a:ext uri="{FF2B5EF4-FFF2-40B4-BE49-F238E27FC236}">
                          <a16:creationId xmlns:a16="http://schemas.microsoft.com/office/drawing/2014/main" id="{327323F2-8BC3-444A-8D09-8D47513683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p:txBody>
                </p:sp>
                <p:sp>
                  <p:nvSpPr>
                    <p:cNvPr id="205" name="Rectangle 204">
                      <a:extLst>
                        <a:ext uri="{FF2B5EF4-FFF2-40B4-BE49-F238E27FC236}">
                          <a16:creationId xmlns:a16="http://schemas.microsoft.com/office/drawing/2014/main" id="{9268199B-7CC7-4EBA-B042-C27AD2CEE6C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22</a:t>
                      </a:r>
                    </a:p>
                  </p:txBody>
                </p:sp>
                <p:sp>
                  <p:nvSpPr>
                    <p:cNvPr id="206" name="Rectangle 205">
                      <a:extLst>
                        <a:ext uri="{FF2B5EF4-FFF2-40B4-BE49-F238E27FC236}">
                          <a16:creationId xmlns:a16="http://schemas.microsoft.com/office/drawing/2014/main" id="{FFAA1EBA-2146-4D87-B82A-EF50CBCC29A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30</a:t>
                      </a:r>
                    </a:p>
                  </p:txBody>
                </p:sp>
                <p:sp>
                  <p:nvSpPr>
                    <p:cNvPr id="207" name="Rectangle 206">
                      <a:extLst>
                        <a:ext uri="{FF2B5EF4-FFF2-40B4-BE49-F238E27FC236}">
                          <a16:creationId xmlns:a16="http://schemas.microsoft.com/office/drawing/2014/main" id="{CAB78CE9-C37C-4130-81A1-A71CEB23B4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38</a:t>
                      </a:r>
                    </a:p>
                  </p:txBody>
                </p:sp>
                <p:sp>
                  <p:nvSpPr>
                    <p:cNvPr id="208" name="Rectangle 207">
                      <a:extLst>
                        <a:ext uri="{FF2B5EF4-FFF2-40B4-BE49-F238E27FC236}">
                          <a16:creationId xmlns:a16="http://schemas.microsoft.com/office/drawing/2014/main" id="{0AA05F70-0FDA-43D9-9A84-7CAFD6E8E3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46</a:t>
                      </a:r>
                    </a:p>
                  </p:txBody>
                </p:sp>
                <p:sp>
                  <p:nvSpPr>
                    <p:cNvPr id="209" name="Rectangle 208">
                      <a:extLst>
                        <a:ext uri="{FF2B5EF4-FFF2-40B4-BE49-F238E27FC236}">
                          <a16:creationId xmlns:a16="http://schemas.microsoft.com/office/drawing/2014/main" id="{C175A3F2-E0C4-48E7-AADA-517E40F554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54</a:t>
                      </a:r>
                    </a:p>
                  </p:txBody>
                </p:sp>
                <p:sp>
                  <p:nvSpPr>
                    <p:cNvPr id="210" name="Rectangle 209">
                      <a:extLst>
                        <a:ext uri="{FF2B5EF4-FFF2-40B4-BE49-F238E27FC236}">
                          <a16:creationId xmlns:a16="http://schemas.microsoft.com/office/drawing/2014/main" id="{49B17CAB-DB04-44E6-89B8-40369882C9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62</a:t>
                      </a:r>
                    </a:p>
                  </p:txBody>
                </p:sp>
                <p:sp>
                  <p:nvSpPr>
                    <p:cNvPr id="211" name="Rectangle 210">
                      <a:extLst>
                        <a:ext uri="{FF2B5EF4-FFF2-40B4-BE49-F238E27FC236}">
                          <a16:creationId xmlns:a16="http://schemas.microsoft.com/office/drawing/2014/main" id="{4D9F8FD8-A14E-4C1F-911B-EBA4BCA271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p:txBody>
                </p:sp>
                <p:sp>
                  <p:nvSpPr>
                    <p:cNvPr id="212" name="Rectangle 211">
                      <a:extLst>
                        <a:ext uri="{FF2B5EF4-FFF2-40B4-BE49-F238E27FC236}">
                          <a16:creationId xmlns:a16="http://schemas.microsoft.com/office/drawing/2014/main" id="{DB17350C-21BF-4AF0-B4ED-12BDA3D194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p:txBody>
                </p:sp>
                <p:sp>
                  <p:nvSpPr>
                    <p:cNvPr id="213" name="Rectangle 212">
                      <a:extLst>
                        <a:ext uri="{FF2B5EF4-FFF2-40B4-BE49-F238E27FC236}">
                          <a16:creationId xmlns:a16="http://schemas.microsoft.com/office/drawing/2014/main" id="{D0E85732-1F6B-44B4-B764-7D63A82817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23</a:t>
                      </a:r>
                    </a:p>
                  </p:txBody>
                </p:sp>
                <p:sp>
                  <p:nvSpPr>
                    <p:cNvPr id="214" name="Rectangle 213">
                      <a:extLst>
                        <a:ext uri="{FF2B5EF4-FFF2-40B4-BE49-F238E27FC236}">
                          <a16:creationId xmlns:a16="http://schemas.microsoft.com/office/drawing/2014/main" id="{933BEA23-3130-469B-92D0-027F63D0ED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p:txBody>
                </p:sp>
                <p:sp>
                  <p:nvSpPr>
                    <p:cNvPr id="215" name="Rectangle 214">
                      <a:extLst>
                        <a:ext uri="{FF2B5EF4-FFF2-40B4-BE49-F238E27FC236}">
                          <a16:creationId xmlns:a16="http://schemas.microsoft.com/office/drawing/2014/main" id="{2E75E1E7-265B-4569-8212-6B19DB29C6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39</a:t>
                      </a:r>
                    </a:p>
                  </p:txBody>
                </p:sp>
                <p:sp>
                  <p:nvSpPr>
                    <p:cNvPr id="216" name="Rectangle 215">
                      <a:extLst>
                        <a:ext uri="{FF2B5EF4-FFF2-40B4-BE49-F238E27FC236}">
                          <a16:creationId xmlns:a16="http://schemas.microsoft.com/office/drawing/2014/main" id="{C89E48A7-C69B-44CE-995C-FDCF8171AB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47</a:t>
                      </a:r>
                    </a:p>
                  </p:txBody>
                </p:sp>
                <p:sp>
                  <p:nvSpPr>
                    <p:cNvPr id="217" name="Rectangle 216">
                      <a:extLst>
                        <a:ext uri="{FF2B5EF4-FFF2-40B4-BE49-F238E27FC236}">
                          <a16:creationId xmlns:a16="http://schemas.microsoft.com/office/drawing/2014/main" id="{5AF4B549-C901-471B-B3F3-D89A468ED5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55</a:t>
                      </a:r>
                    </a:p>
                  </p:txBody>
                </p:sp>
                <p:sp>
                  <p:nvSpPr>
                    <p:cNvPr id="218" name="Rectangle 217">
                      <a:extLst>
                        <a:ext uri="{FF2B5EF4-FFF2-40B4-BE49-F238E27FC236}">
                          <a16:creationId xmlns:a16="http://schemas.microsoft.com/office/drawing/2014/main" id="{C1F29FBA-1A16-4664-B28B-817A772F57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63</a:t>
                      </a:r>
                    </a:p>
                  </p:txBody>
                </p:sp>
              </p:grpSp>
            </p:grpSp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426D0AA1-2D10-4FAC-A935-D4C4B10A6E9E}"/>
                    </a:ext>
                  </a:extLst>
                </p:cNvPr>
                <p:cNvSpPr txBox="1"/>
                <p:nvPr/>
              </p:nvSpPr>
              <p:spPr>
                <a:xfrm>
                  <a:off x="7486993" y="5514945"/>
                  <a:ext cx="353244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rgbClr val="00B050"/>
                      </a:solidFill>
                    </a:rPr>
                    <a:t>CAMERA TEMPERATURE ARRAY</a:t>
                  </a:r>
                </a:p>
              </p:txBody>
            </p:sp>
          </p:grp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864942F2-71F1-491A-AC71-23D5C6A009ED}"/>
                  </a:ext>
                </a:extLst>
              </p:cNvPr>
              <p:cNvSpPr txBox="1"/>
              <p:nvPr/>
            </p:nvSpPr>
            <p:spPr>
              <a:xfrm>
                <a:off x="2189358" y="1089166"/>
                <a:ext cx="507448" cy="338554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rgbClr val="00B050"/>
                    </a:solidFill>
                  </a:rPr>
                  <a:t>row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0AABF745-D61C-49B7-A098-E36FF7240CC6}"/>
                  </a:ext>
                </a:extLst>
              </p:cNvPr>
              <p:cNvGrpSpPr/>
              <p:nvPr/>
            </p:nvGrpSpPr>
            <p:grpSpPr>
              <a:xfrm>
                <a:off x="614283" y="1216065"/>
                <a:ext cx="3657600" cy="457200"/>
                <a:chOff x="5710317" y="384085"/>
                <a:chExt cx="3657600" cy="457200"/>
              </a:xfrm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3B9BE845-931D-439B-A0D0-7E0C17F2237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103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0</a:t>
                  </a:r>
                </a:p>
              </p:txBody>
            </p:sp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FC02A1DD-54FF-490B-89D3-66D85CDFACB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1675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1</a:t>
                  </a:r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55EACFF5-CF7C-48E7-96C4-1923FDCEC1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247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2</a:t>
                  </a:r>
                </a:p>
              </p:txBody>
            </p:sp>
            <p:sp>
              <p:nvSpPr>
                <p:cNvPr id="302" name="Rectangle 301">
                  <a:extLst>
                    <a:ext uri="{FF2B5EF4-FFF2-40B4-BE49-F238E27FC236}">
                      <a16:creationId xmlns:a16="http://schemas.microsoft.com/office/drawing/2014/main" id="{CE830BCF-C864-4E8D-9B14-B0CDC5C547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819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3</a:t>
                  </a:r>
                </a:p>
              </p:txBody>
            </p:sp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71817C39-8633-4088-AA3B-CA9FC46F3F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5391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4</a:t>
                  </a:r>
                </a:p>
              </p:txBody>
            </p:sp>
            <p:sp>
              <p:nvSpPr>
                <p:cNvPr id="304" name="Rectangle 303">
                  <a:extLst>
                    <a:ext uri="{FF2B5EF4-FFF2-40B4-BE49-F238E27FC236}">
                      <a16:creationId xmlns:a16="http://schemas.microsoft.com/office/drawing/2014/main" id="{97535C0A-EFE3-4165-8564-EB3D69A2F8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9963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5</a:t>
                  </a:r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764A8C4B-86B8-4BE5-B3BB-61A06252A3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35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6</a:t>
                  </a:r>
                </a:p>
              </p:txBody>
            </p:sp>
            <p:sp>
              <p:nvSpPr>
                <p:cNvPr id="306" name="Rectangle 305">
                  <a:extLst>
                    <a:ext uri="{FF2B5EF4-FFF2-40B4-BE49-F238E27FC236}">
                      <a16:creationId xmlns:a16="http://schemas.microsoft.com/office/drawing/2014/main" id="{3FD3989C-4937-47DD-BE80-59529638D7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107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7FC1A4D6-FFCB-4A2D-ADE4-20CCE75876D1}"/>
                  </a:ext>
                </a:extLst>
              </p:cNvPr>
              <p:cNvGrpSpPr/>
              <p:nvPr/>
            </p:nvGrpSpPr>
            <p:grpSpPr>
              <a:xfrm>
                <a:off x="233202" y="1535659"/>
                <a:ext cx="457200" cy="3657600"/>
                <a:chOff x="5638800" y="2221460"/>
                <a:chExt cx="457200" cy="3657600"/>
              </a:xfrm>
            </p:grpSpPr>
            <p:sp>
              <p:nvSpPr>
                <p:cNvPr id="310" name="Rectangle 309">
                  <a:extLst>
                    <a:ext uri="{FF2B5EF4-FFF2-40B4-BE49-F238E27FC236}">
                      <a16:creationId xmlns:a16="http://schemas.microsoft.com/office/drawing/2014/main" id="{BA42BB66-1079-4E11-A582-9DADD8CD54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22214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7</a:t>
                  </a:r>
                </a:p>
              </p:txBody>
            </p:sp>
            <p:sp>
              <p:nvSpPr>
                <p:cNvPr id="311" name="Rectangle 310">
                  <a:extLst>
                    <a:ext uri="{FF2B5EF4-FFF2-40B4-BE49-F238E27FC236}">
                      <a16:creationId xmlns:a16="http://schemas.microsoft.com/office/drawing/2014/main" id="{BC341EDB-61E9-44D7-BEED-7745D7F74B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26786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6</a:t>
                  </a:r>
                </a:p>
              </p:txBody>
            </p:sp>
            <p:sp>
              <p:nvSpPr>
                <p:cNvPr id="312" name="Rectangle 311">
                  <a:extLst>
                    <a:ext uri="{FF2B5EF4-FFF2-40B4-BE49-F238E27FC236}">
                      <a16:creationId xmlns:a16="http://schemas.microsoft.com/office/drawing/2014/main" id="{A7482D66-7CF7-4784-9ABF-D7C145210F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31358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5</a:t>
                  </a:r>
                </a:p>
              </p:txBody>
            </p:sp>
            <p:sp>
              <p:nvSpPr>
                <p:cNvPr id="313" name="Rectangle 312">
                  <a:extLst>
                    <a:ext uri="{FF2B5EF4-FFF2-40B4-BE49-F238E27FC236}">
                      <a16:creationId xmlns:a16="http://schemas.microsoft.com/office/drawing/2014/main" id="{003C81A6-BF19-4E37-AE0F-D21CCAA2FB9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35930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4</a:t>
                  </a:r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7978F403-2683-4F67-AB29-15AC606B752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40502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3</a:t>
                  </a:r>
                </a:p>
              </p:txBody>
            </p:sp>
            <p:sp>
              <p:nvSpPr>
                <p:cNvPr id="315" name="Rectangle 314">
                  <a:extLst>
                    <a:ext uri="{FF2B5EF4-FFF2-40B4-BE49-F238E27FC236}">
                      <a16:creationId xmlns:a16="http://schemas.microsoft.com/office/drawing/2014/main" id="{AC7AD8C9-5DB3-4A3A-A992-D0551249AC3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45074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2</a:t>
                  </a:r>
                </a:p>
              </p:txBody>
            </p:sp>
            <p:sp>
              <p:nvSpPr>
                <p:cNvPr id="316" name="Rectangle 315">
                  <a:extLst>
                    <a:ext uri="{FF2B5EF4-FFF2-40B4-BE49-F238E27FC236}">
                      <a16:creationId xmlns:a16="http://schemas.microsoft.com/office/drawing/2014/main" id="{F5F4A04A-2ED4-416F-B88C-909239296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49646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1</a:t>
                  </a:r>
                </a:p>
              </p:txBody>
            </p:sp>
            <p:sp>
              <p:nvSpPr>
                <p:cNvPr id="317" name="Rectangle 316">
                  <a:extLst>
                    <a:ext uri="{FF2B5EF4-FFF2-40B4-BE49-F238E27FC236}">
                      <a16:creationId xmlns:a16="http://schemas.microsoft.com/office/drawing/2014/main" id="{28BFAF61-FA0A-4C8F-8C1F-D4A2CDA6FCA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54218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0</a:t>
                  </a:r>
                </a:p>
              </p:txBody>
            </p:sp>
          </p:grpSp>
        </p:grp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B3F83341-4840-4341-A9CE-6497CC7E4B4E}"/>
                </a:ext>
              </a:extLst>
            </p:cNvPr>
            <p:cNvSpPr txBox="1"/>
            <p:nvPr/>
          </p:nvSpPr>
          <p:spPr>
            <a:xfrm>
              <a:off x="240465" y="3013787"/>
              <a:ext cx="430887" cy="70134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B050"/>
                  </a:solidFill>
                </a:rPr>
                <a:t>column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374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4DEC872D-64C7-4F95-BA01-97F2BC794417}"/>
              </a:ext>
            </a:extLst>
          </p:cNvPr>
          <p:cNvGrpSpPr/>
          <p:nvPr/>
        </p:nvGrpSpPr>
        <p:grpSpPr>
          <a:xfrm>
            <a:off x="1843686" y="551975"/>
            <a:ext cx="8936701" cy="5376392"/>
            <a:chOff x="1843686" y="551975"/>
            <a:chExt cx="8936701" cy="537639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111B610-A8A1-4637-B278-C02DC2571558}"/>
                </a:ext>
              </a:extLst>
            </p:cNvPr>
            <p:cNvGrpSpPr/>
            <p:nvPr/>
          </p:nvGrpSpPr>
          <p:grpSpPr>
            <a:xfrm>
              <a:off x="1843686" y="551975"/>
              <a:ext cx="8318552" cy="4992049"/>
              <a:chOff x="1414988" y="437201"/>
              <a:chExt cx="8318552" cy="499204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79A8574-6E48-46ED-923C-F2D64DC137B4}"/>
                  </a:ext>
                </a:extLst>
              </p:cNvPr>
              <p:cNvGrpSpPr/>
              <p:nvPr/>
            </p:nvGrpSpPr>
            <p:grpSpPr>
              <a:xfrm>
                <a:off x="3305175" y="1457325"/>
                <a:ext cx="4962524" cy="3971925"/>
                <a:chOff x="3114675" y="981075"/>
                <a:chExt cx="4962524" cy="3971925"/>
              </a:xfrm>
            </p:grpSpPr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4EF2F75D-B37A-4561-A8D5-AB1DADBAED2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114675" y="981075"/>
                  <a:ext cx="4962524" cy="3971925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sz="1600" b="1" dirty="0"/>
                </a:p>
              </p:txBody>
            </p: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1BD13118-18DF-4233-ACBD-C34995B15105}"/>
                    </a:ext>
                  </a:extLst>
                </p:cNvPr>
                <p:cNvGrpSpPr/>
                <p:nvPr/>
              </p:nvGrpSpPr>
              <p:grpSpPr>
                <a:xfrm>
                  <a:off x="4267200" y="1143000"/>
                  <a:ext cx="3657600" cy="3657600"/>
                  <a:chOff x="1652912" y="1600200"/>
                  <a:chExt cx="3657600" cy="3657600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B47B4E46-CB89-454A-B3AF-07FBD29AE35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54D66DD8-4A17-4BA7-A672-22A1D98C02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BECC4F42-B945-43EA-93BE-960F338E66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5CD7A697-622C-419C-B799-26A6858B85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29718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A4759DDA-E73E-4387-8ACB-7BF783016C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34290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22AC7BDB-60A5-4182-9E07-4D8660303A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58F8881F-427F-4FD1-9A71-3C3546AD39B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1D0A510D-CC8A-4E47-B0FC-3CB857546E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1595ECBF-73C4-4C8A-BA4F-B27ABFA113C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EA2ADB09-B37F-4C06-A264-D79B91F689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8CB4C094-E8B2-41C1-8044-86F3C7C463A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C87D8CC3-F6D3-4E2A-9566-85526A1F56A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29718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CF4912C9-68B1-479F-BFB9-CCCBFDA1A6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34290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92B979C1-ACAD-4078-9105-B8569D2829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3D049480-999B-4BF6-9B06-5A8D0EA50B7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E884572B-7114-40EC-8495-A5451535C8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1FFBDE58-9E06-4960-989C-EFD3D24D54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7E2A6029-3FA7-4947-AF43-A38A16542A4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6CD460B0-46A2-4964-9C34-4F63EA19941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2DDFBFAD-670A-4748-A94D-1E64E80B15A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29718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B06B4D85-197E-440D-B794-96A8B03218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455BF368-B718-48E9-884D-B3383E52FE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0C9D531D-0832-4F71-86C7-BF8E3BF237F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FEBC9BF6-B4EB-45D0-B67A-175E79F6DE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C50A880D-0491-42A2-8F0F-F7B39FF1291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E99C62F6-97E1-4518-AC68-47A9772DA6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51ED2F2D-63A6-478A-A2F9-3D66A20AC72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77107CBB-56AA-4B6B-BC5D-3AE2491552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CF66BE8E-751B-45CD-BB51-73ECD5B2B6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45B2EF43-4C0E-44AF-B6F0-794CD870608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16EEBE39-E07C-491E-B3F4-0A880A5E053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97303390-C824-4C4B-8E19-DC1FEB48B7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1EE90D3-97C9-449A-B134-F8A4BD7B38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B936415E-0A71-43F6-86FE-E41B288821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FED80769-6DDA-4338-B35E-1DE00E2A34C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25146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55F19497-C9C3-444F-BFAC-A88B036ADE8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A8D0D92-D4E1-4221-9911-40F3AA5404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09C3B906-7CBE-4EE5-83E6-C922B5A76A3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52D325EC-4CEA-40FE-A218-A94A1710F5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B5CCE92F-39E5-4B19-BE86-7E3D32FA6F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E5B76CA8-82B8-41A1-AAC1-AC4C062368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D9A10109-6F06-4846-95B5-7958A364AC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20574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DA76E73A-C224-4663-9CE1-4C7C793E73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25146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4F764991-2B02-4E86-AA38-1CDB25A2F6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1A32622D-CC0B-4057-A819-1B014FB59D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5F10F818-3FA7-4D36-8B6A-AB493A96EA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D585CA73-CB4F-4F1D-A538-B003A8318B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EBBC018E-5D41-4385-BDAC-F95795D041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A80F28B1-A065-4CF8-8133-6C57377A730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01C96F65-B19F-49D8-AEB2-AB139D0E79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020BFCCA-519E-4ED8-80EE-D6232EC7F00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25146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3213AA0-4164-41F9-B9EE-409EE3F9317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24BE9BA4-5ECF-46A1-BBBD-CAC74AEC05E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B3A1FC7C-64E5-434E-A6D7-970B4585A2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10D1CF15-53CE-4CE6-9080-C8FFB6C4D9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78842A85-08FB-4035-9750-FF47242556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90049369-2BBD-41B4-9382-CA33DAF607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202D62D3-9672-47F9-8E5A-3E7220E866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1F12556C-8983-41DF-902F-FA01A25653B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2A52C980-0C05-4498-B96D-51E8574BDC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87F1F9D3-74AA-4167-97C8-8C16679E60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1E6B4691-EED4-4586-A08F-624BFB39F0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DCF27C63-F0D2-43B6-9971-FD3A6BE4C0F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055D4C3C-9613-4C77-895A-481C0D90E8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03C0EFC-AB5A-41B7-807A-D4F3F91FD4A2}"/>
                    </a:ext>
                  </a:extLst>
                </p:cNvPr>
                <p:cNvGrpSpPr/>
                <p:nvPr/>
              </p:nvGrpSpPr>
              <p:grpSpPr>
                <a:xfrm>
                  <a:off x="3286125" y="1143000"/>
                  <a:ext cx="914400" cy="3657600"/>
                  <a:chOff x="3124200" y="1143000"/>
                  <a:chExt cx="914400" cy="3657600"/>
                </a:xfrm>
              </p:grpSpPr>
              <p:sp>
                <p:nvSpPr>
                  <p:cNvPr id="221" name="Rectangle 220">
                    <a:extLst>
                      <a:ext uri="{FF2B5EF4-FFF2-40B4-BE49-F238E27FC236}">
                        <a16:creationId xmlns:a16="http://schemas.microsoft.com/office/drawing/2014/main" id="{D7491347-9876-4208-B720-26730B023B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11430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latin typeface="MD Thaitype A" panose="00000400000000000000" pitchFamily="2" charset="0"/>
                      </a:rPr>
                      <a:t>100</a:t>
                    </a:r>
                  </a:p>
                </p:txBody>
              </p:sp>
              <p:sp>
                <p:nvSpPr>
                  <p:cNvPr id="223" name="Rectangle 222">
                    <a:extLst>
                      <a:ext uri="{FF2B5EF4-FFF2-40B4-BE49-F238E27FC236}">
                        <a16:creationId xmlns:a16="http://schemas.microsoft.com/office/drawing/2014/main" id="{0F25BEA0-5842-4995-B7A9-667689FA3E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16002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 err="1">
                        <a:latin typeface="MD Thaitype A" panose="00000400000000000000" pitchFamily="2" charset="0"/>
                      </a:rPr>
                      <a:t>alm</a:t>
                    </a:r>
                    <a:endParaRPr lang="en-US" sz="2400" dirty="0">
                      <a:latin typeface="MD Thaitype A" panose="00000400000000000000" pitchFamily="2" charset="0"/>
                    </a:endParaRPr>
                  </a:p>
                </p:txBody>
              </p:sp>
              <p:sp>
                <p:nvSpPr>
                  <p:cNvPr id="224" name="Rectangle 223">
                    <a:extLst>
                      <a:ext uri="{FF2B5EF4-FFF2-40B4-BE49-F238E27FC236}">
                        <a16:creationId xmlns:a16="http://schemas.microsoft.com/office/drawing/2014/main" id="{0E21DA48-6394-4971-B230-2C043DE1EB1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20574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rgbClr val="FF0000"/>
                        </a:solidFill>
                        <a:latin typeface="MD Thaitype A" panose="00000400000000000000" pitchFamily="2" charset="0"/>
                      </a:rPr>
                      <a:t>110</a:t>
                    </a:r>
                  </a:p>
                </p:txBody>
              </p:sp>
              <p:sp>
                <p:nvSpPr>
                  <p:cNvPr id="225" name="Rectangle 224">
                    <a:extLst>
                      <a:ext uri="{FF2B5EF4-FFF2-40B4-BE49-F238E27FC236}">
                        <a16:creationId xmlns:a16="http://schemas.microsoft.com/office/drawing/2014/main" id="{DD60F1FA-FF2C-4B4E-90B4-CD01200C32E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25146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rgbClr val="FF0000"/>
                        </a:solidFill>
                        <a:latin typeface="MD Thaitype A" panose="00000400000000000000" pitchFamily="2" charset="0"/>
                      </a:rPr>
                      <a:t>max</a:t>
                    </a:r>
                  </a:p>
                </p:txBody>
              </p:sp>
              <p:sp>
                <p:nvSpPr>
                  <p:cNvPr id="227" name="Rectangle 226">
                    <a:extLst>
                      <a:ext uri="{FF2B5EF4-FFF2-40B4-BE49-F238E27FC236}">
                        <a16:creationId xmlns:a16="http://schemas.microsoft.com/office/drawing/2014/main" id="{4781FBEA-B19C-4571-B084-DEE2F0523D0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29718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rgbClr val="FFFF00"/>
                        </a:solidFill>
                        <a:latin typeface="MD Thaitype A" panose="00000400000000000000" pitchFamily="2" charset="0"/>
                      </a:rPr>
                      <a:t>72</a:t>
                    </a:r>
                  </a:p>
                </p:txBody>
              </p:sp>
              <p:sp>
                <p:nvSpPr>
                  <p:cNvPr id="228" name="Rectangle 227">
                    <a:extLst>
                      <a:ext uri="{FF2B5EF4-FFF2-40B4-BE49-F238E27FC236}">
                        <a16:creationId xmlns:a16="http://schemas.microsoft.com/office/drawing/2014/main" id="{CDD69344-0281-4AD3-AC1E-26166AD4065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34290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 err="1">
                        <a:solidFill>
                          <a:srgbClr val="FFFF00"/>
                        </a:solidFill>
                        <a:latin typeface="MD Thaitype A" panose="00000400000000000000" pitchFamily="2" charset="0"/>
                      </a:rPr>
                      <a:t>ave</a:t>
                    </a:r>
                    <a:endParaRPr lang="en-US" sz="2400" dirty="0">
                      <a:solidFill>
                        <a:srgbClr val="FFFF00"/>
                      </a:solidFill>
                      <a:latin typeface="MD Thaitype A" panose="00000400000000000000" pitchFamily="2" charset="0"/>
                    </a:endParaRPr>
                  </a:p>
                </p:txBody>
              </p:sp>
              <p:sp>
                <p:nvSpPr>
                  <p:cNvPr id="230" name="Rectangle 229">
                    <a:extLst>
                      <a:ext uri="{FF2B5EF4-FFF2-40B4-BE49-F238E27FC236}">
                        <a16:creationId xmlns:a16="http://schemas.microsoft.com/office/drawing/2014/main" id="{36F99222-CD99-40CD-AF63-F032BA60E7E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38862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MD Thaitype A" panose="00000400000000000000" pitchFamily="2" charset="0"/>
                      </a:rPr>
                      <a:t>60</a:t>
                    </a:r>
                  </a:p>
                </p:txBody>
              </p:sp>
              <p:sp>
                <p:nvSpPr>
                  <p:cNvPr id="231" name="Rectangle 230">
                    <a:extLst>
                      <a:ext uri="{FF2B5EF4-FFF2-40B4-BE49-F238E27FC236}">
                        <a16:creationId xmlns:a16="http://schemas.microsoft.com/office/drawing/2014/main" id="{8B2CCB17-3AB5-4D75-B298-909AC0887C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43434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MD Thaitype A" panose="00000400000000000000" pitchFamily="2" charset="0"/>
                      </a:rPr>
                      <a:t>min</a:t>
                    </a:r>
                  </a:p>
                </p:txBody>
              </p:sp>
            </p:grpSp>
            <p:sp>
              <p:nvSpPr>
                <p:cNvPr id="232" name="Rectangle 231">
                  <a:extLst>
                    <a:ext uri="{FF2B5EF4-FFF2-40B4-BE49-F238E27FC236}">
                      <a16:creationId xmlns:a16="http://schemas.microsoft.com/office/drawing/2014/main" id="{58E5D9F8-E44D-44C8-80FD-3018A4EBB5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6875" y="2743200"/>
                  <a:ext cx="1371600" cy="457200"/>
                </a:xfrm>
                <a:prstGeom prst="rect">
                  <a:avLst/>
                </a:prstGeom>
                <a:solidFill>
                  <a:schemeClr val="tx1">
                    <a:alpha val="28000"/>
                  </a:schemeClr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MD Thaitype A" panose="00000400000000000000" pitchFamily="2" charset="0"/>
                    </a:rPr>
                    <a:t>-HOLD-</a:t>
                  </a:r>
                </a:p>
              </p:txBody>
            </p:sp>
          </p:grp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C6410D12-8475-4E8D-A3EC-A31A538CD938}"/>
                  </a:ext>
                </a:extLst>
              </p:cNvPr>
              <p:cNvSpPr txBox="1"/>
              <p:nvPr/>
            </p:nvSpPr>
            <p:spPr>
              <a:xfrm>
                <a:off x="1414988" y="2926404"/>
                <a:ext cx="151432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/>
                  <a:t>Temperature</a:t>
                </a:r>
              </a:p>
              <a:p>
                <a:pPr algn="ctr"/>
                <a:r>
                  <a:rPr lang="en-US" sz="2000" i="1" dirty="0"/>
                  <a:t>Value</a:t>
                </a:r>
              </a:p>
              <a:p>
                <a:pPr algn="ctr"/>
                <a:r>
                  <a:rPr lang="en-US" sz="2000" i="1" dirty="0"/>
                  <a:t>Sidebar</a:t>
                </a: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EEB71904-EEF5-471F-BA73-8E4DED09C2F4}"/>
                  </a:ext>
                </a:extLst>
              </p:cNvPr>
              <p:cNvSpPr txBox="1"/>
              <p:nvPr/>
            </p:nvSpPr>
            <p:spPr>
              <a:xfrm>
                <a:off x="5078476" y="437201"/>
                <a:ext cx="24160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/>
                  <a:t>Image Array Columns</a:t>
                </a: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5766EF43-B231-4FD0-9CFA-9BDD44A280CC}"/>
                  </a:ext>
                </a:extLst>
              </p:cNvPr>
              <p:cNvSpPr txBox="1"/>
              <p:nvPr/>
            </p:nvSpPr>
            <p:spPr>
              <a:xfrm>
                <a:off x="5937196" y="3600449"/>
                <a:ext cx="83195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/>
                  <a:t>Status</a:t>
                </a:r>
              </a:p>
            </p:txBody>
          </p:sp>
          <p:sp>
            <p:nvSpPr>
              <p:cNvPr id="12" name="Left Brace 11">
                <a:extLst>
                  <a:ext uri="{FF2B5EF4-FFF2-40B4-BE49-F238E27FC236}">
                    <a16:creationId xmlns:a16="http://schemas.microsoft.com/office/drawing/2014/main" id="{6F19D62D-E1BA-45E0-83AF-D26C663EE701}"/>
                  </a:ext>
                </a:extLst>
              </p:cNvPr>
              <p:cNvSpPr/>
              <p:nvPr/>
            </p:nvSpPr>
            <p:spPr>
              <a:xfrm>
                <a:off x="2794553" y="1619250"/>
                <a:ext cx="432490" cy="3657600"/>
              </a:xfrm>
              <a:prstGeom prst="leftBrac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A53AF956-57B3-42FA-B122-F483D42697C7}"/>
                  </a:ext>
                </a:extLst>
              </p:cNvPr>
              <p:cNvSpPr txBox="1"/>
              <p:nvPr/>
            </p:nvSpPr>
            <p:spPr>
              <a:xfrm>
                <a:off x="8896451" y="2935455"/>
                <a:ext cx="8370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/>
                  <a:t>Image</a:t>
                </a:r>
              </a:p>
              <a:p>
                <a:pPr algn="ctr"/>
                <a:r>
                  <a:rPr lang="en-US" sz="2000" i="1" dirty="0"/>
                  <a:t>Array</a:t>
                </a:r>
              </a:p>
              <a:p>
                <a:pPr algn="ctr"/>
                <a:r>
                  <a:rPr lang="en-US" sz="2000" i="1" dirty="0"/>
                  <a:t>Rows</a:t>
                </a:r>
              </a:p>
            </p:txBody>
          </p:sp>
          <p:sp>
            <p:nvSpPr>
              <p:cNvPr id="240" name="Left Brace 239">
                <a:extLst>
                  <a:ext uri="{FF2B5EF4-FFF2-40B4-BE49-F238E27FC236}">
                    <a16:creationId xmlns:a16="http://schemas.microsoft.com/office/drawing/2014/main" id="{12278A47-CC4C-4FB0-BF0F-80D1D0A9465E}"/>
                  </a:ext>
                </a:extLst>
              </p:cNvPr>
              <p:cNvSpPr/>
              <p:nvPr/>
            </p:nvSpPr>
            <p:spPr>
              <a:xfrm flipH="1">
                <a:off x="8334374" y="1641305"/>
                <a:ext cx="432490" cy="3657600"/>
              </a:xfrm>
              <a:prstGeom prst="leftBrac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Left Brace 240">
                <a:extLst>
                  <a:ext uri="{FF2B5EF4-FFF2-40B4-BE49-F238E27FC236}">
                    <a16:creationId xmlns:a16="http://schemas.microsoft.com/office/drawing/2014/main" id="{99B94BA6-4CB1-4994-B699-B50ACF7432B5}"/>
                  </a:ext>
                </a:extLst>
              </p:cNvPr>
              <p:cNvSpPr/>
              <p:nvPr/>
            </p:nvSpPr>
            <p:spPr>
              <a:xfrm rot="16200000" flipH="1">
                <a:off x="6070255" y="-660944"/>
                <a:ext cx="432490" cy="3657600"/>
              </a:xfrm>
              <a:prstGeom prst="leftBrac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E759B16-825F-48A7-9DE2-327E542476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33999" y="4971036"/>
              <a:ext cx="914400" cy="457200"/>
            </a:xfrm>
            <a:prstGeom prst="rect">
              <a:avLst/>
            </a:prstGeom>
            <a:solidFill>
              <a:schemeClr val="tx1">
                <a:alpha val="48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0B1C64E-D2DE-4BC2-B900-BC028E7C73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78697" y="4971036"/>
              <a:ext cx="1371600" cy="457200"/>
            </a:xfrm>
            <a:prstGeom prst="rect">
              <a:avLst/>
            </a:prstGeom>
            <a:solidFill>
              <a:schemeClr val="bg1">
                <a:alpha val="24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MD Thaitype A" panose="00000400000000000000" pitchFamily="2" charset="0"/>
                </a:rPr>
                <a:t>-RANGE-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E8972C3-2AD8-4464-A795-BCDB1FF51B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0595" y="4971036"/>
              <a:ext cx="914400" cy="457200"/>
            </a:xfrm>
            <a:prstGeom prst="rect">
              <a:avLst/>
            </a:prstGeom>
            <a:solidFill>
              <a:schemeClr val="tx1">
                <a:alpha val="46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67E5CDD-555C-4DB9-9E96-84C5192DDD65}"/>
                </a:ext>
              </a:extLst>
            </p:cNvPr>
            <p:cNvSpPr txBox="1"/>
            <p:nvPr/>
          </p:nvSpPr>
          <p:spPr>
            <a:xfrm>
              <a:off x="8706999" y="5528257"/>
              <a:ext cx="20733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i="1" dirty="0"/>
                <a:t>Histogram Legend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263C322-5D64-487C-9B3B-3973B0101C49}"/>
                </a:ext>
              </a:extLst>
            </p:cNvPr>
            <p:cNvCxnSpPr>
              <a:cxnSpLocks/>
              <a:stCxn id="91" idx="1"/>
              <a:endCxn id="89" idx="2"/>
            </p:cNvCxnSpPr>
            <p:nvPr/>
          </p:nvCxnSpPr>
          <p:spPr>
            <a:xfrm flipH="1" flipV="1">
              <a:off x="6664497" y="5428236"/>
              <a:ext cx="2042502" cy="30007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D0B0C6C-B307-4870-AAFC-3A79F9B25079}"/>
                </a:ext>
              </a:extLst>
            </p:cNvPr>
            <p:cNvCxnSpPr>
              <a:stCxn id="91" idx="1"/>
              <a:endCxn id="88" idx="2"/>
            </p:cNvCxnSpPr>
            <p:nvPr/>
          </p:nvCxnSpPr>
          <p:spPr>
            <a:xfrm flipH="1" flipV="1">
              <a:off x="5191199" y="5428236"/>
              <a:ext cx="3515800" cy="30007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BF57473-673C-4A70-9A70-6BF5FE5473EE}"/>
                </a:ext>
              </a:extLst>
            </p:cNvPr>
            <p:cNvCxnSpPr>
              <a:stCxn id="91" idx="1"/>
              <a:endCxn id="90" idx="2"/>
            </p:cNvCxnSpPr>
            <p:nvPr/>
          </p:nvCxnSpPr>
          <p:spPr>
            <a:xfrm flipH="1" flipV="1">
              <a:off x="8137795" y="5428236"/>
              <a:ext cx="569204" cy="30007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8759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C3FB9EF-B051-4D83-892C-3115F5AA4596}"/>
              </a:ext>
            </a:extLst>
          </p:cNvPr>
          <p:cNvGrpSpPr/>
          <p:nvPr/>
        </p:nvGrpSpPr>
        <p:grpSpPr>
          <a:xfrm>
            <a:off x="3095491" y="724852"/>
            <a:ext cx="7724309" cy="5762498"/>
            <a:chOff x="3211686" y="812775"/>
            <a:chExt cx="7724309" cy="5762498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FC3756E-9986-4400-9AB7-53AD40D44209}"/>
                </a:ext>
              </a:extLst>
            </p:cNvPr>
            <p:cNvGrpSpPr/>
            <p:nvPr/>
          </p:nvGrpSpPr>
          <p:grpSpPr>
            <a:xfrm>
              <a:off x="3211686" y="812775"/>
              <a:ext cx="4962524" cy="3971925"/>
              <a:chOff x="3760250" y="1554514"/>
              <a:chExt cx="4962524" cy="3971925"/>
            </a:xfrm>
            <a:scene3d>
              <a:camera prst="perspectiveContrastingLeftFacing">
                <a:rot lat="624534" lon="2072563" rev="21595583"/>
              </a:camera>
              <a:lightRig rig="threePt" dir="t"/>
            </a:scene3d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CC39CC8-76E1-497D-B69D-8998019F689D}"/>
                  </a:ext>
                </a:extLst>
              </p:cNvPr>
              <p:cNvGrpSpPr/>
              <p:nvPr/>
            </p:nvGrpSpPr>
            <p:grpSpPr>
              <a:xfrm>
                <a:off x="3760250" y="1554514"/>
                <a:ext cx="4962524" cy="3971925"/>
                <a:chOff x="3733873" y="1572099"/>
                <a:chExt cx="4962524" cy="397192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111B610-A8A1-4637-B278-C02DC2571558}"/>
                    </a:ext>
                  </a:extLst>
                </p:cNvPr>
                <p:cNvGrpSpPr/>
                <p:nvPr/>
              </p:nvGrpSpPr>
              <p:grpSpPr>
                <a:xfrm>
                  <a:off x="3733873" y="1572099"/>
                  <a:ext cx="4962524" cy="3971925"/>
                  <a:chOff x="3305175" y="1457325"/>
                  <a:chExt cx="4962524" cy="3971925"/>
                </a:xfrm>
              </p:grpSpPr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379A8574-6E48-46ED-923C-F2D64DC137B4}"/>
                      </a:ext>
                    </a:extLst>
                  </p:cNvPr>
                  <p:cNvGrpSpPr/>
                  <p:nvPr/>
                </p:nvGrpSpPr>
                <p:grpSpPr>
                  <a:xfrm>
                    <a:off x="3305175" y="1457325"/>
                    <a:ext cx="4962524" cy="3971925"/>
                    <a:chOff x="3114675" y="981075"/>
                    <a:chExt cx="4962524" cy="3971925"/>
                  </a:xfrm>
                </p:grpSpPr>
                <p:sp>
                  <p:nvSpPr>
                    <p:cNvPr id="233" name="Rectangle 232">
                      <a:extLst>
                        <a:ext uri="{FF2B5EF4-FFF2-40B4-BE49-F238E27FC236}">
                          <a16:creationId xmlns:a16="http://schemas.microsoft.com/office/drawing/2014/main" id="{4EF2F75D-B37A-4561-A8D5-AB1DADBAED2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114675" y="981075"/>
                      <a:ext cx="4962524" cy="3971925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25400">
                      <a:solidFill>
                        <a:schemeClr val="bg1">
                          <a:lumMod val="85000"/>
                        </a:schemeClr>
                      </a:solidFill>
                    </a:ln>
                    <a:effectLst>
                      <a:outerShdw blurRad="76200" dir="18900000" sy="23000" kx="-1200000" algn="bl" rotWithShape="0">
                        <a:prstClr val="black">
                          <a:alpha val="20000"/>
                        </a:prstClr>
                      </a:outerShdw>
                    </a:effectLst>
                    <a:sp3d z="-1270000" extrusionH="38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1600" b="1" dirty="0"/>
                    </a:p>
                  </p:txBody>
                </p:sp>
                <p:grpSp>
                  <p:nvGrpSpPr>
                    <p:cNvPr id="153" name="Group 152">
                      <a:extLst>
                        <a:ext uri="{FF2B5EF4-FFF2-40B4-BE49-F238E27FC236}">
                          <a16:creationId xmlns:a16="http://schemas.microsoft.com/office/drawing/2014/main" id="{1BD13118-18DF-4233-ACBD-C34995B151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67200" y="1143000"/>
                      <a:ext cx="3657600" cy="3657600"/>
                      <a:chOff x="1652912" y="1600200"/>
                      <a:chExt cx="3657600" cy="3657600"/>
                    </a:xfrm>
                  </p:grpSpPr>
                  <p:sp>
                    <p:nvSpPr>
                      <p:cNvPr id="4" name="Rectangle 3">
                        <a:extLst>
                          <a:ext uri="{FF2B5EF4-FFF2-40B4-BE49-F238E27FC236}">
                            <a16:creationId xmlns:a16="http://schemas.microsoft.com/office/drawing/2014/main" id="{B47B4E46-CB89-454A-B3AF-07FBD29AE35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" name="Rectangle 4">
                        <a:extLst>
                          <a:ext uri="{FF2B5EF4-FFF2-40B4-BE49-F238E27FC236}">
                            <a16:creationId xmlns:a16="http://schemas.microsoft.com/office/drawing/2014/main" id="{54D66DD8-4A17-4BA7-A672-22A1D98C026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01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BECC4F42-B945-43EA-93BE-960F338E660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03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" name="Rectangle 6">
                        <a:extLst>
                          <a:ext uri="{FF2B5EF4-FFF2-40B4-BE49-F238E27FC236}">
                            <a16:creationId xmlns:a16="http://schemas.microsoft.com/office/drawing/2014/main" id="{5CD7A697-622C-419C-B799-26A6858B85E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04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8" name="Rectangle 7">
                        <a:extLst>
                          <a:ext uri="{FF2B5EF4-FFF2-40B4-BE49-F238E27FC236}">
                            <a16:creationId xmlns:a16="http://schemas.microsoft.com/office/drawing/2014/main" id="{A4759DDA-E73E-4387-8ACB-7BF783016C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06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9" name="Rectangle 8">
                        <a:extLst>
                          <a:ext uri="{FF2B5EF4-FFF2-40B4-BE49-F238E27FC236}">
                            <a16:creationId xmlns:a16="http://schemas.microsoft.com/office/drawing/2014/main" id="{22AC7BDB-60A5-4182-9E07-4D8660303AB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08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0" name="Rectangle 9">
                        <a:extLst>
                          <a:ext uri="{FF2B5EF4-FFF2-40B4-BE49-F238E27FC236}">
                            <a16:creationId xmlns:a16="http://schemas.microsoft.com/office/drawing/2014/main" id="{58F8881F-427F-4FD1-9A71-3C3546AD39B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09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1" name="Rectangle 10">
                        <a:extLst>
                          <a:ext uri="{FF2B5EF4-FFF2-40B4-BE49-F238E27FC236}">
                            <a16:creationId xmlns:a16="http://schemas.microsoft.com/office/drawing/2014/main" id="{1D0A510D-CC8A-4E47-B0FC-3CB857546E9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11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4" name="Rectangle 13">
                        <a:extLst>
                          <a:ext uri="{FF2B5EF4-FFF2-40B4-BE49-F238E27FC236}">
                            <a16:creationId xmlns:a16="http://schemas.microsoft.com/office/drawing/2014/main" id="{1595ECBF-73C4-4C8A-BA4F-B27ABFA113C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2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5" name="Rectangle 14">
                        <a:extLst>
                          <a:ext uri="{FF2B5EF4-FFF2-40B4-BE49-F238E27FC236}">
                            <a16:creationId xmlns:a16="http://schemas.microsoft.com/office/drawing/2014/main" id="{EA2ADB09-B37F-4C06-A264-D79B91F689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14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6" name="Rectangle 15">
                        <a:extLst>
                          <a:ext uri="{FF2B5EF4-FFF2-40B4-BE49-F238E27FC236}">
                            <a16:creationId xmlns:a16="http://schemas.microsoft.com/office/drawing/2014/main" id="{8CB4C094-E8B2-41C1-8044-86F3C7C463A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15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7" name="Rectangle 16">
                        <a:extLst>
                          <a:ext uri="{FF2B5EF4-FFF2-40B4-BE49-F238E27FC236}">
                            <a16:creationId xmlns:a16="http://schemas.microsoft.com/office/drawing/2014/main" id="{C87D8CC3-F6D3-4E2A-9566-85526A1F56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17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CF4912C9-68B1-479F-BFB9-CCCBFDA1A6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19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92B979C1-ACAD-4078-9105-B8569D28292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20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0" name="Rectangle 19">
                        <a:extLst>
                          <a:ext uri="{FF2B5EF4-FFF2-40B4-BE49-F238E27FC236}">
                            <a16:creationId xmlns:a16="http://schemas.microsoft.com/office/drawing/2014/main" id="{3D049480-999B-4BF6-9B06-5A8D0EA50B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22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1" name="Rectangle 20">
                        <a:extLst>
                          <a:ext uri="{FF2B5EF4-FFF2-40B4-BE49-F238E27FC236}">
                            <a16:creationId xmlns:a16="http://schemas.microsoft.com/office/drawing/2014/main" id="{E884572B-7114-40EC-8495-A5451535C81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23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3" name="Rectangle 22">
                        <a:extLst>
                          <a:ext uri="{FF2B5EF4-FFF2-40B4-BE49-F238E27FC236}">
                            <a16:creationId xmlns:a16="http://schemas.microsoft.com/office/drawing/2014/main" id="{1FFBDE58-9E06-4960-989C-EFD3D24D54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5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4" name="Rectangle 23">
                        <a:extLst>
                          <a:ext uri="{FF2B5EF4-FFF2-40B4-BE49-F238E27FC236}">
                            <a16:creationId xmlns:a16="http://schemas.microsoft.com/office/drawing/2014/main" id="{7E2A6029-3FA7-4947-AF43-A38A16542A4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27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5" name="Rectangle 24">
                        <a:extLst>
                          <a:ext uri="{FF2B5EF4-FFF2-40B4-BE49-F238E27FC236}">
                            <a16:creationId xmlns:a16="http://schemas.microsoft.com/office/drawing/2014/main" id="{6CD460B0-46A2-4964-9C34-4F63EA1994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28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6" name="Rectangle 25">
                        <a:extLst>
                          <a:ext uri="{FF2B5EF4-FFF2-40B4-BE49-F238E27FC236}">
                            <a16:creationId xmlns:a16="http://schemas.microsoft.com/office/drawing/2014/main" id="{2DDFBFAD-670A-4748-A94D-1E64E80B15A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30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7" name="Rectangle 26">
                        <a:extLst>
                          <a:ext uri="{FF2B5EF4-FFF2-40B4-BE49-F238E27FC236}">
                            <a16:creationId xmlns:a16="http://schemas.microsoft.com/office/drawing/2014/main" id="{B06B4D85-197E-440D-B794-96A8B03218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31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28" name="Rectangle 27">
                        <a:extLst>
                          <a:ext uri="{FF2B5EF4-FFF2-40B4-BE49-F238E27FC236}">
                            <a16:creationId xmlns:a16="http://schemas.microsoft.com/office/drawing/2014/main" id="{455BF368-B718-48E9-884D-B3383E52FE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33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9" name="Rectangle 28">
                        <a:extLst>
                          <a:ext uri="{FF2B5EF4-FFF2-40B4-BE49-F238E27FC236}">
                            <a16:creationId xmlns:a16="http://schemas.microsoft.com/office/drawing/2014/main" id="{0C9D531D-0832-4F71-86C7-BF8E3BF237F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35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0" name="Rectangle 29">
                        <a:extLst>
                          <a:ext uri="{FF2B5EF4-FFF2-40B4-BE49-F238E27FC236}">
                            <a16:creationId xmlns:a16="http://schemas.microsoft.com/office/drawing/2014/main" id="{FEBC9BF6-B4EB-45D0-B67A-175E79F6DE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36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2" name="Rectangle 31">
                        <a:extLst>
                          <a:ext uri="{FF2B5EF4-FFF2-40B4-BE49-F238E27FC236}">
                            <a16:creationId xmlns:a16="http://schemas.microsoft.com/office/drawing/2014/main" id="{C50A880D-0491-42A2-8F0F-F7B39FF129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8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id="{E99C62F6-97E1-4518-AC68-47A9772DA6C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39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51ED2F2D-63A6-478A-A2F9-3D66A20AC72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41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5" name="Rectangle 34">
                        <a:extLst>
                          <a:ext uri="{FF2B5EF4-FFF2-40B4-BE49-F238E27FC236}">
                            <a16:creationId xmlns:a16="http://schemas.microsoft.com/office/drawing/2014/main" id="{77107CBB-56AA-4B6B-BC5D-3AE2491552D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42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36" name="Rectangle 35">
                        <a:extLst>
                          <a:ext uri="{FF2B5EF4-FFF2-40B4-BE49-F238E27FC236}">
                            <a16:creationId xmlns:a16="http://schemas.microsoft.com/office/drawing/2014/main" id="{CF66BE8E-751B-45CD-BB51-73ECD5B2B60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44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37" name="Rectangle 36">
                        <a:extLst>
                          <a:ext uri="{FF2B5EF4-FFF2-40B4-BE49-F238E27FC236}">
                            <a16:creationId xmlns:a16="http://schemas.microsoft.com/office/drawing/2014/main" id="{45B2EF43-4C0E-44AF-B6F0-794CD870608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46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8" name="Rectangle 37">
                        <a:extLst>
                          <a:ext uri="{FF2B5EF4-FFF2-40B4-BE49-F238E27FC236}">
                            <a16:creationId xmlns:a16="http://schemas.microsoft.com/office/drawing/2014/main" id="{16EEBE39-E07C-491E-B3F4-0A880A5E05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47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97303390-C824-4C4B-8E19-DC1FEB48B7F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49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D1EE90D3-97C9-449A-B134-F8A4BD7B387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0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2" name="Rectangle 41">
                        <a:extLst>
                          <a:ext uri="{FF2B5EF4-FFF2-40B4-BE49-F238E27FC236}">
                            <a16:creationId xmlns:a16="http://schemas.microsoft.com/office/drawing/2014/main" id="{B936415E-0A71-43F6-86FE-E41B2888211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52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3" name="Rectangle 42">
                        <a:extLst>
                          <a:ext uri="{FF2B5EF4-FFF2-40B4-BE49-F238E27FC236}">
                            <a16:creationId xmlns:a16="http://schemas.microsoft.com/office/drawing/2014/main" id="{FED80769-6DDA-4338-B35E-1DE00E2A34C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54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44" name="Rectangle 43">
                        <a:extLst>
                          <a:ext uri="{FF2B5EF4-FFF2-40B4-BE49-F238E27FC236}">
                            <a16:creationId xmlns:a16="http://schemas.microsoft.com/office/drawing/2014/main" id="{55F19497-C9C3-444F-BFAC-A88B036ADE8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55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45" name="Rectangle 44">
                        <a:extLst>
                          <a:ext uri="{FF2B5EF4-FFF2-40B4-BE49-F238E27FC236}">
                            <a16:creationId xmlns:a16="http://schemas.microsoft.com/office/drawing/2014/main" id="{AA8D0D92-D4E1-4221-9911-40F3AA54044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57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46" name="Rectangle 45">
                        <a:extLst>
                          <a:ext uri="{FF2B5EF4-FFF2-40B4-BE49-F238E27FC236}">
                            <a16:creationId xmlns:a16="http://schemas.microsoft.com/office/drawing/2014/main" id="{09C3B906-7CBE-4EE5-83E6-C922B5A76A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58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7" name="Rectangle 46">
                        <a:extLst>
                          <a:ext uri="{FF2B5EF4-FFF2-40B4-BE49-F238E27FC236}">
                            <a16:creationId xmlns:a16="http://schemas.microsoft.com/office/drawing/2014/main" id="{52D325EC-4CEA-40FE-A218-A94A1710F51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60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8" name="Rectangle 47">
                        <a:extLst>
                          <a:ext uri="{FF2B5EF4-FFF2-40B4-BE49-F238E27FC236}">
                            <a16:creationId xmlns:a16="http://schemas.microsoft.com/office/drawing/2014/main" id="{B5CCE92F-39E5-4B19-BE86-7E3D32FA6F3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62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0" name="Rectangle 49">
                        <a:extLst>
                          <a:ext uri="{FF2B5EF4-FFF2-40B4-BE49-F238E27FC236}">
                            <a16:creationId xmlns:a16="http://schemas.microsoft.com/office/drawing/2014/main" id="{E5B76CA8-82B8-41A1-AAC1-AC4C062368D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3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1" name="Rectangle 50">
                        <a:extLst>
                          <a:ext uri="{FF2B5EF4-FFF2-40B4-BE49-F238E27FC236}">
                            <a16:creationId xmlns:a16="http://schemas.microsoft.com/office/drawing/2014/main" id="{D9A10109-6F06-4846-95B5-7958A364AC4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65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2" name="Rectangle 51">
                        <a:extLst>
                          <a:ext uri="{FF2B5EF4-FFF2-40B4-BE49-F238E27FC236}">
                            <a16:creationId xmlns:a16="http://schemas.microsoft.com/office/drawing/2014/main" id="{DA76E73A-C224-4663-9CE1-4C7C793E736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66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3" name="Rectangle 52">
                        <a:extLst>
                          <a:ext uri="{FF2B5EF4-FFF2-40B4-BE49-F238E27FC236}">
                            <a16:creationId xmlns:a16="http://schemas.microsoft.com/office/drawing/2014/main" id="{4F764991-2B02-4E86-AA38-1CDB25A2F6C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68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4" name="Rectangle 53">
                        <a:extLst>
                          <a:ext uri="{FF2B5EF4-FFF2-40B4-BE49-F238E27FC236}">
                            <a16:creationId xmlns:a16="http://schemas.microsoft.com/office/drawing/2014/main" id="{1A32622D-CC0B-4057-A819-1B014FB59D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69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5" name="Rectangle 54">
                        <a:extLst>
                          <a:ext uri="{FF2B5EF4-FFF2-40B4-BE49-F238E27FC236}">
                            <a16:creationId xmlns:a16="http://schemas.microsoft.com/office/drawing/2014/main" id="{5F10F818-3FA7-4D36-8B6A-AB493A96EA2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71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6" name="Rectangle 55">
                        <a:extLst>
                          <a:ext uri="{FF2B5EF4-FFF2-40B4-BE49-F238E27FC236}">
                            <a16:creationId xmlns:a16="http://schemas.microsoft.com/office/drawing/2014/main" id="{D585CA73-CB4F-4F1D-A538-B003A8318B7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73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7" name="Rectangle 56">
                        <a:extLst>
                          <a:ext uri="{FF2B5EF4-FFF2-40B4-BE49-F238E27FC236}">
                            <a16:creationId xmlns:a16="http://schemas.microsoft.com/office/drawing/2014/main" id="{EBBC018E-5D41-4385-BDAC-F95795D041B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74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9" name="Rectangle 58">
                        <a:extLst>
                          <a:ext uri="{FF2B5EF4-FFF2-40B4-BE49-F238E27FC236}">
                            <a16:creationId xmlns:a16="http://schemas.microsoft.com/office/drawing/2014/main" id="{A80F28B1-A065-4CF8-8133-6C57377A730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6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0" name="Rectangle 59">
                        <a:extLst>
                          <a:ext uri="{FF2B5EF4-FFF2-40B4-BE49-F238E27FC236}">
                            <a16:creationId xmlns:a16="http://schemas.microsoft.com/office/drawing/2014/main" id="{01C96F65-B19F-49D8-AEB2-AB139D0E79C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77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1" name="Rectangle 60">
                        <a:extLst>
                          <a:ext uri="{FF2B5EF4-FFF2-40B4-BE49-F238E27FC236}">
                            <a16:creationId xmlns:a16="http://schemas.microsoft.com/office/drawing/2014/main" id="{020BFCCA-519E-4ED8-80EE-D6232EC7F0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79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62" name="Rectangle 61">
                        <a:extLst>
                          <a:ext uri="{FF2B5EF4-FFF2-40B4-BE49-F238E27FC236}">
                            <a16:creationId xmlns:a16="http://schemas.microsoft.com/office/drawing/2014/main" id="{03213AA0-4164-41F9-B9EE-409EE3F931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81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24BE9BA4-5ECF-46A1-BBBD-CAC74AEC05E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82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64" name="Rectangle 63">
                        <a:extLst>
                          <a:ext uri="{FF2B5EF4-FFF2-40B4-BE49-F238E27FC236}">
                            <a16:creationId xmlns:a16="http://schemas.microsoft.com/office/drawing/2014/main" id="{B3A1FC7C-64E5-434E-A6D7-970B4585A25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84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5" name="Rectangle 64">
                        <a:extLst>
                          <a:ext uri="{FF2B5EF4-FFF2-40B4-BE49-F238E27FC236}">
                            <a16:creationId xmlns:a16="http://schemas.microsoft.com/office/drawing/2014/main" id="{10D1CF15-53CE-4CE6-9080-C8FFB6C4D90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85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6" name="Rectangle 65">
                        <a:extLst>
                          <a:ext uri="{FF2B5EF4-FFF2-40B4-BE49-F238E27FC236}">
                            <a16:creationId xmlns:a16="http://schemas.microsoft.com/office/drawing/2014/main" id="{78842A85-08FB-4035-9750-FF472425565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87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8" name="Rectangle 67">
                        <a:extLst>
                          <a:ext uri="{FF2B5EF4-FFF2-40B4-BE49-F238E27FC236}">
                            <a16:creationId xmlns:a16="http://schemas.microsoft.com/office/drawing/2014/main" id="{90049369-2BBD-41B4-9382-CA33DAF6070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88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9" name="Rectangle 68">
                        <a:extLst>
                          <a:ext uri="{FF2B5EF4-FFF2-40B4-BE49-F238E27FC236}">
                            <a16:creationId xmlns:a16="http://schemas.microsoft.com/office/drawing/2014/main" id="{202D62D3-9672-47F9-8E5A-3E7220E866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90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0" name="Rectangle 69">
                        <a:extLst>
                          <a:ext uri="{FF2B5EF4-FFF2-40B4-BE49-F238E27FC236}">
                            <a16:creationId xmlns:a16="http://schemas.microsoft.com/office/drawing/2014/main" id="{1F12556C-8983-41DF-902F-FA01A25653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92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1" name="Rectangle 70">
                        <a:extLst>
                          <a:ext uri="{FF2B5EF4-FFF2-40B4-BE49-F238E27FC236}">
                            <a16:creationId xmlns:a16="http://schemas.microsoft.com/office/drawing/2014/main" id="{2A52C980-0C05-4498-B96D-51E8574BDC9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93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72" name="Rectangle 71">
                        <a:extLst>
                          <a:ext uri="{FF2B5EF4-FFF2-40B4-BE49-F238E27FC236}">
                            <a16:creationId xmlns:a16="http://schemas.microsoft.com/office/drawing/2014/main" id="{87F1F9D3-74AA-4167-97C8-8C16679E604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95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73" name="Rectangle 72">
                        <a:extLst>
                          <a:ext uri="{FF2B5EF4-FFF2-40B4-BE49-F238E27FC236}">
                            <a16:creationId xmlns:a16="http://schemas.microsoft.com/office/drawing/2014/main" id="{1E6B4691-EED4-4586-A08F-624BFB39F0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96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4" name="Rectangle 73">
                        <a:extLst>
                          <a:ext uri="{FF2B5EF4-FFF2-40B4-BE49-F238E27FC236}">
                            <a16:creationId xmlns:a16="http://schemas.microsoft.com/office/drawing/2014/main" id="{DCF27C63-F0D2-43B6-9971-FD3A6BE4C0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98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5" name="Rectangle 74">
                        <a:extLst>
                          <a:ext uri="{FF2B5EF4-FFF2-40B4-BE49-F238E27FC236}">
                            <a16:creationId xmlns:a16="http://schemas.microsoft.com/office/drawing/2014/main" id="{055D4C3C-9613-4C77-895A-481C0D90E81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800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</p:grpSp>
                <p:grpSp>
                  <p:nvGrpSpPr>
                    <p:cNvPr id="2" name="Group 1">
                      <a:extLst>
                        <a:ext uri="{FF2B5EF4-FFF2-40B4-BE49-F238E27FC236}">
                          <a16:creationId xmlns:a16="http://schemas.microsoft.com/office/drawing/2014/main" id="{703C0EFC-AB5A-41B7-807A-D4F3F91FD4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86125" y="1143000"/>
                      <a:ext cx="914400" cy="3657600"/>
                      <a:chOff x="3124200" y="1143000"/>
                      <a:chExt cx="914400" cy="3657600"/>
                    </a:xfrm>
                  </p:grpSpPr>
                  <p:sp>
                    <p:nvSpPr>
                      <p:cNvPr id="221" name="Rectangle 220">
                        <a:extLst>
                          <a:ext uri="{FF2B5EF4-FFF2-40B4-BE49-F238E27FC236}">
                            <a16:creationId xmlns:a16="http://schemas.microsoft.com/office/drawing/2014/main" id="{D7491347-9876-4208-B720-26730B023B1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11430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7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7462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latin typeface="MD Thaitype A" panose="00000400000000000000" pitchFamily="2" charset="0"/>
                          </a:rPr>
                          <a:t>100</a:t>
                        </a:r>
                      </a:p>
                    </p:txBody>
                  </p:sp>
                  <p:sp>
                    <p:nvSpPr>
                      <p:cNvPr id="223" name="Rectangle 222">
                        <a:extLst>
                          <a:ext uri="{FF2B5EF4-FFF2-40B4-BE49-F238E27FC236}">
                            <a16:creationId xmlns:a16="http://schemas.microsoft.com/office/drawing/2014/main" id="{0F25BEA0-5842-4995-B7A9-667689FA3ED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16002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5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270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 err="1">
                            <a:latin typeface="MD Thaitype A" panose="00000400000000000000" pitchFamily="2" charset="0"/>
                          </a:rPr>
                          <a:t>alm</a:t>
                        </a:r>
                        <a:endParaRPr lang="en-US" sz="2400" dirty="0">
                          <a:latin typeface="MD Thaitype A" panose="00000400000000000000" pitchFamily="2" charset="0"/>
                        </a:endParaRPr>
                      </a:p>
                    </p:txBody>
                  </p:sp>
                  <p:sp>
                    <p:nvSpPr>
                      <p:cNvPr id="224" name="Rectangle 223">
                        <a:extLst>
                          <a:ext uri="{FF2B5EF4-FFF2-40B4-BE49-F238E27FC236}">
                            <a16:creationId xmlns:a16="http://schemas.microsoft.com/office/drawing/2014/main" id="{0E21DA48-6394-4971-B230-2C043DE1EB1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20574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7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7462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rgbClr val="FF0000"/>
                            </a:solidFill>
                            <a:latin typeface="MD Thaitype A" panose="00000400000000000000" pitchFamily="2" charset="0"/>
                          </a:rPr>
                          <a:t>110</a:t>
                        </a:r>
                      </a:p>
                    </p:txBody>
                  </p:sp>
                  <p:sp>
                    <p:nvSpPr>
                      <p:cNvPr id="225" name="Rectangle 224">
                        <a:extLst>
                          <a:ext uri="{FF2B5EF4-FFF2-40B4-BE49-F238E27FC236}">
                            <a16:creationId xmlns:a16="http://schemas.microsoft.com/office/drawing/2014/main" id="{DD60F1FA-FF2C-4B4E-90B4-CD01200C32E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25146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5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270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rgbClr val="FF0000"/>
                            </a:solidFill>
                            <a:latin typeface="MD Thaitype A" panose="00000400000000000000" pitchFamily="2" charset="0"/>
                          </a:rPr>
                          <a:t>max</a:t>
                        </a:r>
                      </a:p>
                    </p:txBody>
                  </p:sp>
                  <p:sp>
                    <p:nvSpPr>
                      <p:cNvPr id="230" name="Rectangle 229">
                        <a:extLst>
                          <a:ext uri="{FF2B5EF4-FFF2-40B4-BE49-F238E27FC236}">
                            <a16:creationId xmlns:a16="http://schemas.microsoft.com/office/drawing/2014/main" id="{36F99222-CD99-40CD-AF63-F032BA60E7E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38862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7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7462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MD Thaitype A" panose="00000400000000000000" pitchFamily="2" charset="0"/>
                          </a:rPr>
                          <a:t>60</a:t>
                        </a:r>
                      </a:p>
                    </p:txBody>
                  </p:sp>
                  <p:sp>
                    <p:nvSpPr>
                      <p:cNvPr id="231" name="Rectangle 230">
                        <a:extLst>
                          <a:ext uri="{FF2B5EF4-FFF2-40B4-BE49-F238E27FC236}">
                            <a16:creationId xmlns:a16="http://schemas.microsoft.com/office/drawing/2014/main" id="{8B2CCB17-3AB5-4D75-B298-909AC0887C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43434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5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270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MD Thaitype A" panose="00000400000000000000" pitchFamily="2" charset="0"/>
                          </a:rPr>
                          <a:t>min</a:t>
                        </a:r>
                      </a:p>
                    </p:txBody>
                  </p:sp>
                  <p:sp>
                    <p:nvSpPr>
                      <p:cNvPr id="227" name="Rectangle 226">
                        <a:extLst>
                          <a:ext uri="{FF2B5EF4-FFF2-40B4-BE49-F238E27FC236}">
                            <a16:creationId xmlns:a16="http://schemas.microsoft.com/office/drawing/2014/main" id="{4781FBEA-B19C-4571-B084-DEE2F0523D0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29718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7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9367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rgbClr val="FFFF00"/>
                            </a:solidFill>
                            <a:latin typeface="MD Thaitype A" panose="00000400000000000000" pitchFamily="2" charset="0"/>
                          </a:rPr>
                          <a:t>72</a:t>
                        </a:r>
                      </a:p>
                    </p:txBody>
                  </p:sp>
                  <p:sp>
                    <p:nvSpPr>
                      <p:cNvPr id="228" name="Rectangle 227">
                        <a:extLst>
                          <a:ext uri="{FF2B5EF4-FFF2-40B4-BE49-F238E27FC236}">
                            <a16:creationId xmlns:a16="http://schemas.microsoft.com/office/drawing/2014/main" id="{CDD69344-0281-4AD3-AC1E-26166AD406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34290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5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4287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 err="1">
                            <a:solidFill>
                              <a:srgbClr val="FFFF00"/>
                            </a:solidFill>
                            <a:latin typeface="MD Thaitype A" panose="00000400000000000000" pitchFamily="2" charset="0"/>
                          </a:rPr>
                          <a:t>ave</a:t>
                        </a:r>
                        <a:endParaRPr lang="en-US" sz="2400" dirty="0">
                          <a:solidFill>
                            <a:srgbClr val="FFFF00"/>
                          </a:solidFill>
                          <a:latin typeface="MD Thaitype A" panose="00000400000000000000" pitchFamily="2" charset="0"/>
                        </a:endParaRPr>
                      </a:p>
                    </p:txBody>
                  </p:sp>
                </p:grpSp>
                <p:sp>
                  <p:nvSpPr>
                    <p:cNvPr id="232" name="Rectangle 231">
                      <a:extLst>
                        <a:ext uri="{FF2B5EF4-FFF2-40B4-BE49-F238E27FC236}">
                          <a16:creationId xmlns:a16="http://schemas.microsoft.com/office/drawing/2014/main" id="{58E5D9F8-E44D-44C8-80FD-3018A4EBB5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5476875" y="2743200"/>
                      <a:ext cx="1371600" cy="457200"/>
                    </a:xfrm>
                    <a:prstGeom prst="rect">
                      <a:avLst/>
                    </a:prstGeom>
                    <a:solidFill>
                      <a:schemeClr val="tx1">
                        <a:alpha val="28000"/>
                      </a:schemeClr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2057400" extrusionH="38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2400" dirty="0">
                          <a:latin typeface="MD Thaitype A" panose="00000400000000000000" pitchFamily="2" charset="0"/>
                        </a:rPr>
                        <a:t>-HOLD-</a:t>
                      </a:r>
                    </a:p>
                  </p:txBody>
                </p:sp>
              </p:grpSp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5766EF43-B231-4FD0-9CFA-9BDD44A280CC}"/>
                      </a:ext>
                    </a:extLst>
                  </p:cNvPr>
                  <p:cNvSpPr txBox="1"/>
                  <p:nvPr/>
                </p:nvSpPr>
                <p:spPr>
                  <a:xfrm>
                    <a:off x="6260807" y="3600449"/>
                    <a:ext cx="184730" cy="400110"/>
                  </a:xfrm>
                  <a:prstGeom prst="rect">
                    <a:avLst/>
                  </a:prstGeom>
                  <a:noFill/>
                  <a:sp3d z="1625600"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endParaRPr lang="en-US" sz="2000" i="1" dirty="0"/>
                  </a:p>
                </p:txBody>
              </p:sp>
            </p:grp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1E759B16-825F-48A7-9DE2-327E542476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33999" y="4971036"/>
                  <a:ext cx="914400" cy="457200"/>
                </a:xfrm>
                <a:prstGeom prst="rect">
                  <a:avLst/>
                </a:prstGeom>
                <a:solidFill>
                  <a:schemeClr val="tx1">
                    <a:alpha val="28000"/>
                  </a:schemeClr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  <a:sp3d z="2768600" extrusionH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2060"/>
                      </a:solidFill>
                      <a:latin typeface="MD Thaitype A" panose="00000400000000000000" pitchFamily="2" charset="0"/>
                    </a:rPr>
                    <a:t>60</a:t>
                  </a: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D0B1C64E-D2DE-4BC2-B900-BC028E7C73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978697" y="4971036"/>
                  <a:ext cx="1371600" cy="457200"/>
                </a:xfrm>
                <a:prstGeom prst="rect">
                  <a:avLst/>
                </a:prstGeom>
                <a:solidFill>
                  <a:schemeClr val="tx1">
                    <a:alpha val="28000"/>
                  </a:schemeClr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  <a:sp3d z="3384550" extrusionH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MD Thaitype A" panose="00000400000000000000" pitchFamily="2" charset="0"/>
                    </a:rPr>
                    <a:t>-RANGE-</a:t>
                  </a:r>
                </a:p>
              </p:txBody>
            </p:sp>
          </p:grp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98F0AF8-2CBC-4CFD-AFAF-76B0A8809C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27027" y="4953451"/>
                <a:ext cx="914400" cy="457200"/>
              </a:xfrm>
              <a:prstGeom prst="rect">
                <a:avLst/>
              </a:prstGeom>
              <a:solidFill>
                <a:schemeClr val="tx1">
                  <a:alpha val="28000"/>
                </a:schemeClr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sp3d z="3155950" extrusionH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  <a:latin typeface="MD Thaitype A" panose="00000400000000000000" pitchFamily="2" charset="0"/>
                  </a:rPr>
                  <a:t>110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412C412-A40B-4AB7-A0B9-3683B65EE037}"/>
                </a:ext>
              </a:extLst>
            </p:cNvPr>
            <p:cNvSpPr txBox="1"/>
            <p:nvPr/>
          </p:nvSpPr>
          <p:spPr>
            <a:xfrm>
              <a:off x="8841659" y="2308313"/>
              <a:ext cx="188930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DISPLAY GROUP</a:t>
              </a:r>
            </a:p>
            <a:p>
              <a:pPr algn="ctr"/>
              <a:r>
                <a:rPr lang="en-US" sz="2000" b="1" dirty="0"/>
                <a:t>OBJECTS</a:t>
              </a:r>
            </a:p>
          </p:txBody>
        </p:sp>
        <p:sp>
          <p:nvSpPr>
            <p:cNvPr id="58" name="Left Brace 57">
              <a:extLst>
                <a:ext uri="{FF2B5EF4-FFF2-40B4-BE49-F238E27FC236}">
                  <a16:creationId xmlns:a16="http://schemas.microsoft.com/office/drawing/2014/main" id="{540FD64F-B27C-4426-8CEC-D24C9E9587BD}"/>
                </a:ext>
              </a:extLst>
            </p:cNvPr>
            <p:cNvSpPr/>
            <p:nvPr/>
          </p:nvSpPr>
          <p:spPr>
            <a:xfrm rot="12614237">
              <a:off x="5759055" y="5905824"/>
              <a:ext cx="296117" cy="431768"/>
            </a:xfrm>
            <a:prstGeom prst="leftBrace">
              <a:avLst>
                <a:gd name="adj1" fmla="val 8333"/>
                <a:gd name="adj2" fmla="val 27674"/>
              </a:avLst>
            </a:prstGeom>
            <a:ln w="3810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Left Brace 104">
              <a:extLst>
                <a:ext uri="{FF2B5EF4-FFF2-40B4-BE49-F238E27FC236}">
                  <a16:creationId xmlns:a16="http://schemas.microsoft.com/office/drawing/2014/main" id="{5FFD22A5-99EC-4991-8542-1D5F070C215C}"/>
                </a:ext>
              </a:extLst>
            </p:cNvPr>
            <p:cNvSpPr/>
            <p:nvPr/>
          </p:nvSpPr>
          <p:spPr>
            <a:xfrm rot="12694160">
              <a:off x="7475106" y="4694672"/>
              <a:ext cx="296117" cy="684868"/>
            </a:xfrm>
            <a:prstGeom prst="leftBrace">
              <a:avLst>
                <a:gd name="adj1" fmla="val 8333"/>
                <a:gd name="adj2" fmla="val 61316"/>
              </a:avLst>
            </a:prstGeom>
            <a:ln w="3810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Left Brace 107">
              <a:extLst>
                <a:ext uri="{FF2B5EF4-FFF2-40B4-BE49-F238E27FC236}">
                  <a16:creationId xmlns:a16="http://schemas.microsoft.com/office/drawing/2014/main" id="{0230E561-B4BB-4853-8160-4C0300E00C71}"/>
                </a:ext>
              </a:extLst>
            </p:cNvPr>
            <p:cNvSpPr/>
            <p:nvPr/>
          </p:nvSpPr>
          <p:spPr>
            <a:xfrm rot="12595801">
              <a:off x="6336575" y="5421724"/>
              <a:ext cx="296117" cy="704536"/>
            </a:xfrm>
            <a:prstGeom prst="leftBrace">
              <a:avLst>
                <a:gd name="adj1" fmla="val 8333"/>
                <a:gd name="adj2" fmla="val 44351"/>
              </a:avLst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A17D7FB-591E-462D-9492-8AC21EFE3734}"/>
                </a:ext>
              </a:extLst>
            </p:cNvPr>
            <p:cNvSpPr txBox="1"/>
            <p:nvPr/>
          </p:nvSpPr>
          <p:spPr>
            <a:xfrm>
              <a:off x="6989235" y="4448409"/>
              <a:ext cx="2999223" cy="2126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i="1" dirty="0"/>
                <a:t>Background</a:t>
              </a:r>
            </a:p>
            <a:p>
              <a:pPr algn="r">
                <a:lnSpc>
                  <a:spcPct val="150000"/>
                </a:lnSpc>
              </a:pPr>
              <a:r>
                <a:rPr lang="en-US" i="1" dirty="0"/>
                <a:t>Image area</a:t>
              </a:r>
            </a:p>
            <a:p>
              <a:pPr algn="r">
                <a:lnSpc>
                  <a:spcPct val="150000"/>
                </a:lnSpc>
              </a:pPr>
              <a:r>
                <a:rPr lang="en-US" i="1" dirty="0"/>
                <a:t>Status label</a:t>
              </a:r>
            </a:p>
            <a:p>
              <a:pPr algn="r">
                <a:lnSpc>
                  <a:spcPct val="150000"/>
                </a:lnSpc>
              </a:pPr>
              <a:r>
                <a:rPr lang="en-US" i="1" dirty="0"/>
                <a:t>Sidebar labels and values</a:t>
              </a:r>
            </a:p>
            <a:p>
              <a:pPr algn="r">
                <a:lnSpc>
                  <a:spcPct val="150000"/>
                </a:lnSpc>
              </a:pPr>
              <a:r>
                <a:rPr lang="en-US" i="1" dirty="0"/>
                <a:t>Histogram legend</a:t>
              </a:r>
            </a:p>
          </p:txBody>
        </p:sp>
        <p:sp>
          <p:nvSpPr>
            <p:cNvPr id="112" name="Left Brace 111">
              <a:extLst>
                <a:ext uri="{FF2B5EF4-FFF2-40B4-BE49-F238E27FC236}">
                  <a16:creationId xmlns:a16="http://schemas.microsoft.com/office/drawing/2014/main" id="{975EB69C-17E8-4E11-AE6D-6697497678CB}"/>
                </a:ext>
              </a:extLst>
            </p:cNvPr>
            <p:cNvSpPr/>
            <p:nvPr/>
          </p:nvSpPr>
          <p:spPr>
            <a:xfrm rot="12614237">
              <a:off x="6891440" y="5193753"/>
              <a:ext cx="296117" cy="418724"/>
            </a:xfrm>
            <a:prstGeom prst="leftBrace">
              <a:avLst>
                <a:gd name="adj1" fmla="val 8333"/>
                <a:gd name="adj2" fmla="val 49659"/>
              </a:avLst>
            </a:prstGeom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A5817B3E-35A3-48D1-B96B-0D459CFFCCA6}"/>
                </a:ext>
              </a:extLst>
            </p:cNvPr>
            <p:cNvCxnSpPr>
              <a:cxnSpLocks/>
            </p:cNvCxnSpPr>
            <p:nvPr/>
          </p:nvCxnSpPr>
          <p:spPr>
            <a:xfrm>
              <a:off x="10117865" y="4659491"/>
              <a:ext cx="0" cy="1805126"/>
            </a:xfrm>
            <a:prstGeom prst="straightConnector1">
              <a:avLst/>
            </a:prstGeom>
            <a:ln w="44450">
              <a:solidFill>
                <a:srgbClr val="C00000"/>
              </a:solidFill>
              <a:headEnd type="non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9AD0584-1FF9-4C3A-A3AE-621D91755AC4}"/>
                </a:ext>
              </a:extLst>
            </p:cNvPr>
            <p:cNvSpPr txBox="1"/>
            <p:nvPr/>
          </p:nvSpPr>
          <p:spPr>
            <a:xfrm>
              <a:off x="10108224" y="4643993"/>
              <a:ext cx="675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BACK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6F46A4F-4D3C-4E52-B445-0C579376112B}"/>
                </a:ext>
              </a:extLst>
            </p:cNvPr>
            <p:cNvSpPr txBox="1"/>
            <p:nvPr/>
          </p:nvSpPr>
          <p:spPr>
            <a:xfrm>
              <a:off x="10110576" y="6015752"/>
              <a:ext cx="825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FRONT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668C094-7793-4D5F-9B74-E20D51E5FD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3464" y="5120992"/>
              <a:ext cx="663171" cy="0"/>
            </a:xfrm>
            <a:prstGeom prst="line">
              <a:avLst/>
            </a:prstGeom>
            <a:ln w="3810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9503A24-204A-47C3-B006-C7D503A162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3568" y="5548825"/>
              <a:ext cx="148778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37DF84B-33F6-4B27-8470-F102D2363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9525" y="5952029"/>
              <a:ext cx="574043" cy="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7F0F8D6-712B-4D4C-B56E-08DD5FA21D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743" y="6355958"/>
              <a:ext cx="1155508" cy="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008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C3FB9EF-B051-4D83-892C-3115F5AA4596}"/>
              </a:ext>
            </a:extLst>
          </p:cNvPr>
          <p:cNvGrpSpPr/>
          <p:nvPr/>
        </p:nvGrpSpPr>
        <p:grpSpPr>
          <a:xfrm>
            <a:off x="4784959" y="707435"/>
            <a:ext cx="6047082" cy="5615703"/>
            <a:chOff x="3211686" y="812775"/>
            <a:chExt cx="6047082" cy="561570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FC3756E-9986-4400-9AB7-53AD40D44209}"/>
                </a:ext>
              </a:extLst>
            </p:cNvPr>
            <p:cNvGrpSpPr/>
            <p:nvPr/>
          </p:nvGrpSpPr>
          <p:grpSpPr>
            <a:xfrm>
              <a:off x="3211686" y="812775"/>
              <a:ext cx="4962524" cy="3971925"/>
              <a:chOff x="3760250" y="1554514"/>
              <a:chExt cx="4962524" cy="3971925"/>
            </a:xfrm>
            <a:scene3d>
              <a:camera prst="perspectiveContrastingLeftFacing">
                <a:rot lat="624534" lon="2072563" rev="21595583"/>
              </a:camera>
              <a:lightRig rig="threePt" dir="t"/>
            </a:scene3d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CC39CC8-76E1-497D-B69D-8998019F689D}"/>
                  </a:ext>
                </a:extLst>
              </p:cNvPr>
              <p:cNvGrpSpPr/>
              <p:nvPr/>
            </p:nvGrpSpPr>
            <p:grpSpPr>
              <a:xfrm>
                <a:off x="3760250" y="1554514"/>
                <a:ext cx="4962524" cy="3971925"/>
                <a:chOff x="3733873" y="1572099"/>
                <a:chExt cx="4962524" cy="397192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111B610-A8A1-4637-B278-C02DC2571558}"/>
                    </a:ext>
                  </a:extLst>
                </p:cNvPr>
                <p:cNvGrpSpPr/>
                <p:nvPr/>
              </p:nvGrpSpPr>
              <p:grpSpPr>
                <a:xfrm>
                  <a:off x="3733873" y="1572099"/>
                  <a:ext cx="4962524" cy="3971925"/>
                  <a:chOff x="3305175" y="1457325"/>
                  <a:chExt cx="4962524" cy="3971925"/>
                </a:xfrm>
              </p:grpSpPr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379A8574-6E48-46ED-923C-F2D64DC137B4}"/>
                      </a:ext>
                    </a:extLst>
                  </p:cNvPr>
                  <p:cNvGrpSpPr/>
                  <p:nvPr/>
                </p:nvGrpSpPr>
                <p:grpSpPr>
                  <a:xfrm>
                    <a:off x="3305175" y="1457325"/>
                    <a:ext cx="4962524" cy="3971925"/>
                    <a:chOff x="3114675" y="981075"/>
                    <a:chExt cx="4962524" cy="3971925"/>
                  </a:xfrm>
                </p:grpSpPr>
                <p:sp>
                  <p:nvSpPr>
                    <p:cNvPr id="233" name="Rectangle 232">
                      <a:extLst>
                        <a:ext uri="{FF2B5EF4-FFF2-40B4-BE49-F238E27FC236}">
                          <a16:creationId xmlns:a16="http://schemas.microsoft.com/office/drawing/2014/main" id="{4EF2F75D-B37A-4561-A8D5-AB1DADBAED2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114675" y="981075"/>
                      <a:ext cx="4962524" cy="3971925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25400">
                      <a:solidFill>
                        <a:schemeClr val="bg1">
                          <a:lumMod val="85000"/>
                        </a:schemeClr>
                      </a:solidFill>
                    </a:ln>
                    <a:effectLst>
                      <a:outerShdw blurRad="76200" dir="18900000" sy="23000" kx="-1200000" algn="bl" rotWithShape="0">
                        <a:prstClr val="black">
                          <a:alpha val="20000"/>
                        </a:prstClr>
                      </a:outerShdw>
                    </a:effectLst>
                    <a:sp3d z="-1270000" extrusionH="38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1600" b="1" dirty="0"/>
                    </a:p>
                  </p:txBody>
                </p:sp>
                <p:grpSp>
                  <p:nvGrpSpPr>
                    <p:cNvPr id="153" name="Group 152">
                      <a:extLst>
                        <a:ext uri="{FF2B5EF4-FFF2-40B4-BE49-F238E27FC236}">
                          <a16:creationId xmlns:a16="http://schemas.microsoft.com/office/drawing/2014/main" id="{1BD13118-18DF-4233-ACBD-C34995B151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67200" y="1143000"/>
                      <a:ext cx="3657600" cy="3657600"/>
                      <a:chOff x="1652912" y="1600200"/>
                      <a:chExt cx="3657600" cy="3657600"/>
                    </a:xfrm>
                  </p:grpSpPr>
                  <p:sp>
                    <p:nvSpPr>
                      <p:cNvPr id="4" name="Rectangle 3">
                        <a:extLst>
                          <a:ext uri="{FF2B5EF4-FFF2-40B4-BE49-F238E27FC236}">
                            <a16:creationId xmlns:a16="http://schemas.microsoft.com/office/drawing/2014/main" id="{B47B4E46-CB89-454A-B3AF-07FBD29AE35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" name="Rectangle 4">
                        <a:extLst>
                          <a:ext uri="{FF2B5EF4-FFF2-40B4-BE49-F238E27FC236}">
                            <a16:creationId xmlns:a16="http://schemas.microsoft.com/office/drawing/2014/main" id="{54D66DD8-4A17-4BA7-A672-22A1D98C026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01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BECC4F42-B945-43EA-93BE-960F338E660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03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" name="Rectangle 6">
                        <a:extLst>
                          <a:ext uri="{FF2B5EF4-FFF2-40B4-BE49-F238E27FC236}">
                            <a16:creationId xmlns:a16="http://schemas.microsoft.com/office/drawing/2014/main" id="{5CD7A697-622C-419C-B799-26A6858B85E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04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8" name="Rectangle 7">
                        <a:extLst>
                          <a:ext uri="{FF2B5EF4-FFF2-40B4-BE49-F238E27FC236}">
                            <a16:creationId xmlns:a16="http://schemas.microsoft.com/office/drawing/2014/main" id="{A4759DDA-E73E-4387-8ACB-7BF783016C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06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9" name="Rectangle 8">
                        <a:extLst>
                          <a:ext uri="{FF2B5EF4-FFF2-40B4-BE49-F238E27FC236}">
                            <a16:creationId xmlns:a16="http://schemas.microsoft.com/office/drawing/2014/main" id="{22AC7BDB-60A5-4182-9E07-4D8660303AB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08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0" name="Rectangle 9">
                        <a:extLst>
                          <a:ext uri="{FF2B5EF4-FFF2-40B4-BE49-F238E27FC236}">
                            <a16:creationId xmlns:a16="http://schemas.microsoft.com/office/drawing/2014/main" id="{58F8881F-427F-4FD1-9A71-3C3546AD39B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09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1" name="Rectangle 10">
                        <a:extLst>
                          <a:ext uri="{FF2B5EF4-FFF2-40B4-BE49-F238E27FC236}">
                            <a16:creationId xmlns:a16="http://schemas.microsoft.com/office/drawing/2014/main" id="{1D0A510D-CC8A-4E47-B0FC-3CB857546E9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16529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11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4" name="Rectangle 13">
                        <a:extLst>
                          <a:ext uri="{FF2B5EF4-FFF2-40B4-BE49-F238E27FC236}">
                            <a16:creationId xmlns:a16="http://schemas.microsoft.com/office/drawing/2014/main" id="{1595ECBF-73C4-4C8A-BA4F-B27ABFA113C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2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5" name="Rectangle 14">
                        <a:extLst>
                          <a:ext uri="{FF2B5EF4-FFF2-40B4-BE49-F238E27FC236}">
                            <a16:creationId xmlns:a16="http://schemas.microsoft.com/office/drawing/2014/main" id="{EA2ADB09-B37F-4C06-A264-D79B91F689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14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6" name="Rectangle 15">
                        <a:extLst>
                          <a:ext uri="{FF2B5EF4-FFF2-40B4-BE49-F238E27FC236}">
                            <a16:creationId xmlns:a16="http://schemas.microsoft.com/office/drawing/2014/main" id="{8CB4C094-E8B2-41C1-8044-86F3C7C463A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15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7" name="Rectangle 16">
                        <a:extLst>
                          <a:ext uri="{FF2B5EF4-FFF2-40B4-BE49-F238E27FC236}">
                            <a16:creationId xmlns:a16="http://schemas.microsoft.com/office/drawing/2014/main" id="{C87D8CC3-F6D3-4E2A-9566-85526A1F56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17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CF4912C9-68B1-479F-BFB9-CCCBFDA1A6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19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92B979C1-ACAD-4078-9105-B8569D28292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20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0" name="Rectangle 19">
                        <a:extLst>
                          <a:ext uri="{FF2B5EF4-FFF2-40B4-BE49-F238E27FC236}">
                            <a16:creationId xmlns:a16="http://schemas.microsoft.com/office/drawing/2014/main" id="{3D049480-999B-4BF6-9B06-5A8D0EA50B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22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1" name="Rectangle 20">
                        <a:extLst>
                          <a:ext uri="{FF2B5EF4-FFF2-40B4-BE49-F238E27FC236}">
                            <a16:creationId xmlns:a16="http://schemas.microsoft.com/office/drawing/2014/main" id="{E884572B-7114-40EC-8495-A5451535C81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1101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23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3" name="Rectangle 22">
                        <a:extLst>
                          <a:ext uri="{FF2B5EF4-FFF2-40B4-BE49-F238E27FC236}">
                            <a16:creationId xmlns:a16="http://schemas.microsoft.com/office/drawing/2014/main" id="{1FFBDE58-9E06-4960-989C-EFD3D24D54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5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4" name="Rectangle 23">
                        <a:extLst>
                          <a:ext uri="{FF2B5EF4-FFF2-40B4-BE49-F238E27FC236}">
                            <a16:creationId xmlns:a16="http://schemas.microsoft.com/office/drawing/2014/main" id="{7E2A6029-3FA7-4947-AF43-A38A16542A4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27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5" name="Rectangle 24">
                        <a:extLst>
                          <a:ext uri="{FF2B5EF4-FFF2-40B4-BE49-F238E27FC236}">
                            <a16:creationId xmlns:a16="http://schemas.microsoft.com/office/drawing/2014/main" id="{6CD460B0-46A2-4964-9C34-4F63EA1994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28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6" name="Rectangle 25">
                        <a:extLst>
                          <a:ext uri="{FF2B5EF4-FFF2-40B4-BE49-F238E27FC236}">
                            <a16:creationId xmlns:a16="http://schemas.microsoft.com/office/drawing/2014/main" id="{2DDFBFAD-670A-4748-A94D-1E64E80B15A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30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7" name="Rectangle 26">
                        <a:extLst>
                          <a:ext uri="{FF2B5EF4-FFF2-40B4-BE49-F238E27FC236}">
                            <a16:creationId xmlns:a16="http://schemas.microsoft.com/office/drawing/2014/main" id="{B06B4D85-197E-440D-B794-96A8B03218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31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28" name="Rectangle 27">
                        <a:extLst>
                          <a:ext uri="{FF2B5EF4-FFF2-40B4-BE49-F238E27FC236}">
                            <a16:creationId xmlns:a16="http://schemas.microsoft.com/office/drawing/2014/main" id="{455BF368-B718-48E9-884D-B3383E52FE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33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29" name="Rectangle 28">
                        <a:extLst>
                          <a:ext uri="{FF2B5EF4-FFF2-40B4-BE49-F238E27FC236}">
                            <a16:creationId xmlns:a16="http://schemas.microsoft.com/office/drawing/2014/main" id="{0C9D531D-0832-4F71-86C7-BF8E3BF237F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35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0" name="Rectangle 29">
                        <a:extLst>
                          <a:ext uri="{FF2B5EF4-FFF2-40B4-BE49-F238E27FC236}">
                            <a16:creationId xmlns:a16="http://schemas.microsoft.com/office/drawing/2014/main" id="{FEBC9BF6-B4EB-45D0-B67A-175E79F6DE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673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36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2" name="Rectangle 31">
                        <a:extLst>
                          <a:ext uri="{FF2B5EF4-FFF2-40B4-BE49-F238E27FC236}">
                            <a16:creationId xmlns:a16="http://schemas.microsoft.com/office/drawing/2014/main" id="{C50A880D-0491-42A2-8F0F-F7B39FF129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8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id="{E99C62F6-97E1-4518-AC68-47A9772DA6C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39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51ED2F2D-63A6-478A-A2F9-3D66A20AC72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41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5" name="Rectangle 34">
                        <a:extLst>
                          <a:ext uri="{FF2B5EF4-FFF2-40B4-BE49-F238E27FC236}">
                            <a16:creationId xmlns:a16="http://schemas.microsoft.com/office/drawing/2014/main" id="{77107CBB-56AA-4B6B-BC5D-3AE2491552D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42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36" name="Rectangle 35">
                        <a:extLst>
                          <a:ext uri="{FF2B5EF4-FFF2-40B4-BE49-F238E27FC236}">
                            <a16:creationId xmlns:a16="http://schemas.microsoft.com/office/drawing/2014/main" id="{CF66BE8E-751B-45CD-BB51-73ECD5B2B60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44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37" name="Rectangle 36">
                        <a:extLst>
                          <a:ext uri="{FF2B5EF4-FFF2-40B4-BE49-F238E27FC236}">
                            <a16:creationId xmlns:a16="http://schemas.microsoft.com/office/drawing/2014/main" id="{45B2EF43-4C0E-44AF-B6F0-794CD870608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46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8" name="Rectangle 37">
                        <a:extLst>
                          <a:ext uri="{FF2B5EF4-FFF2-40B4-BE49-F238E27FC236}">
                            <a16:creationId xmlns:a16="http://schemas.microsoft.com/office/drawing/2014/main" id="{16EEBE39-E07C-491E-B3F4-0A880A5E05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47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97303390-C824-4C4B-8E19-DC1FEB48B7F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0245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49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D1EE90D3-97C9-449A-B134-F8A4BD7B387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0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2" name="Rectangle 41">
                        <a:extLst>
                          <a:ext uri="{FF2B5EF4-FFF2-40B4-BE49-F238E27FC236}">
                            <a16:creationId xmlns:a16="http://schemas.microsoft.com/office/drawing/2014/main" id="{B936415E-0A71-43F6-86FE-E41B2888211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52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3" name="Rectangle 42">
                        <a:extLst>
                          <a:ext uri="{FF2B5EF4-FFF2-40B4-BE49-F238E27FC236}">
                            <a16:creationId xmlns:a16="http://schemas.microsoft.com/office/drawing/2014/main" id="{FED80769-6DDA-4338-B35E-1DE00E2A34C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54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44" name="Rectangle 43">
                        <a:extLst>
                          <a:ext uri="{FF2B5EF4-FFF2-40B4-BE49-F238E27FC236}">
                            <a16:creationId xmlns:a16="http://schemas.microsoft.com/office/drawing/2014/main" id="{55F19497-C9C3-444F-BFAC-A88B036ADE8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55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45" name="Rectangle 44">
                        <a:extLst>
                          <a:ext uri="{FF2B5EF4-FFF2-40B4-BE49-F238E27FC236}">
                            <a16:creationId xmlns:a16="http://schemas.microsoft.com/office/drawing/2014/main" id="{AA8D0D92-D4E1-4221-9911-40F3AA54044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57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46" name="Rectangle 45">
                        <a:extLst>
                          <a:ext uri="{FF2B5EF4-FFF2-40B4-BE49-F238E27FC236}">
                            <a16:creationId xmlns:a16="http://schemas.microsoft.com/office/drawing/2014/main" id="{09C3B906-7CBE-4EE5-83E6-C922B5A76A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58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7" name="Rectangle 46">
                        <a:extLst>
                          <a:ext uri="{FF2B5EF4-FFF2-40B4-BE49-F238E27FC236}">
                            <a16:creationId xmlns:a16="http://schemas.microsoft.com/office/drawing/2014/main" id="{52D325EC-4CEA-40FE-A218-A94A1710F51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60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48" name="Rectangle 47">
                        <a:extLst>
                          <a:ext uri="{FF2B5EF4-FFF2-40B4-BE49-F238E27FC236}">
                            <a16:creationId xmlns:a16="http://schemas.microsoft.com/office/drawing/2014/main" id="{B5CCE92F-39E5-4B19-BE86-7E3D32FA6F3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4817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62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0" name="Rectangle 49">
                        <a:extLst>
                          <a:ext uri="{FF2B5EF4-FFF2-40B4-BE49-F238E27FC236}">
                            <a16:creationId xmlns:a16="http://schemas.microsoft.com/office/drawing/2014/main" id="{E5B76CA8-82B8-41A1-AAC1-AC4C062368D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3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1" name="Rectangle 50">
                        <a:extLst>
                          <a:ext uri="{FF2B5EF4-FFF2-40B4-BE49-F238E27FC236}">
                            <a16:creationId xmlns:a16="http://schemas.microsoft.com/office/drawing/2014/main" id="{D9A10109-6F06-4846-95B5-7958A364AC4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65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2" name="Rectangle 51">
                        <a:extLst>
                          <a:ext uri="{FF2B5EF4-FFF2-40B4-BE49-F238E27FC236}">
                            <a16:creationId xmlns:a16="http://schemas.microsoft.com/office/drawing/2014/main" id="{DA76E73A-C224-4663-9CE1-4C7C793E736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66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3" name="Rectangle 52">
                        <a:extLst>
                          <a:ext uri="{FF2B5EF4-FFF2-40B4-BE49-F238E27FC236}">
                            <a16:creationId xmlns:a16="http://schemas.microsoft.com/office/drawing/2014/main" id="{4F764991-2B02-4E86-AA38-1CDB25A2F6C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68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4" name="Rectangle 53">
                        <a:extLst>
                          <a:ext uri="{FF2B5EF4-FFF2-40B4-BE49-F238E27FC236}">
                            <a16:creationId xmlns:a16="http://schemas.microsoft.com/office/drawing/2014/main" id="{1A32622D-CC0B-4057-A819-1B014FB59D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69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5" name="Rectangle 54">
                        <a:extLst>
                          <a:ext uri="{FF2B5EF4-FFF2-40B4-BE49-F238E27FC236}">
                            <a16:creationId xmlns:a16="http://schemas.microsoft.com/office/drawing/2014/main" id="{5F10F818-3FA7-4D36-8B6A-AB493A96EA2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71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6" name="Rectangle 55">
                        <a:extLst>
                          <a:ext uri="{FF2B5EF4-FFF2-40B4-BE49-F238E27FC236}">
                            <a16:creationId xmlns:a16="http://schemas.microsoft.com/office/drawing/2014/main" id="{D585CA73-CB4F-4F1D-A538-B003A8318B7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73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7" name="Rectangle 56">
                        <a:extLst>
                          <a:ext uri="{FF2B5EF4-FFF2-40B4-BE49-F238E27FC236}">
                            <a16:creationId xmlns:a16="http://schemas.microsoft.com/office/drawing/2014/main" id="{EBBC018E-5D41-4385-BDAC-F95795D041B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9389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74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59" name="Rectangle 58">
                        <a:extLst>
                          <a:ext uri="{FF2B5EF4-FFF2-40B4-BE49-F238E27FC236}">
                            <a16:creationId xmlns:a16="http://schemas.microsoft.com/office/drawing/2014/main" id="{A80F28B1-A065-4CF8-8133-6C57377A730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6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0" name="Rectangle 59">
                        <a:extLst>
                          <a:ext uri="{FF2B5EF4-FFF2-40B4-BE49-F238E27FC236}">
                            <a16:creationId xmlns:a16="http://schemas.microsoft.com/office/drawing/2014/main" id="{01C96F65-B19F-49D8-AEB2-AB139D0E79C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77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1" name="Rectangle 60">
                        <a:extLst>
                          <a:ext uri="{FF2B5EF4-FFF2-40B4-BE49-F238E27FC236}">
                            <a16:creationId xmlns:a16="http://schemas.microsoft.com/office/drawing/2014/main" id="{020BFCCA-519E-4ED8-80EE-D6232EC7F0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79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62" name="Rectangle 61">
                        <a:extLst>
                          <a:ext uri="{FF2B5EF4-FFF2-40B4-BE49-F238E27FC236}">
                            <a16:creationId xmlns:a16="http://schemas.microsoft.com/office/drawing/2014/main" id="{03213AA0-4164-41F9-B9EE-409EE3F931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81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24BE9BA4-5ECF-46A1-BBBD-CAC74AEC05E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826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64" name="Rectangle 63">
                        <a:extLst>
                          <a:ext uri="{FF2B5EF4-FFF2-40B4-BE49-F238E27FC236}">
                            <a16:creationId xmlns:a16="http://schemas.microsoft.com/office/drawing/2014/main" id="{B3A1FC7C-64E5-434E-A6D7-970B4585A25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842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5" name="Rectangle 64">
                        <a:extLst>
                          <a:ext uri="{FF2B5EF4-FFF2-40B4-BE49-F238E27FC236}">
                            <a16:creationId xmlns:a16="http://schemas.microsoft.com/office/drawing/2014/main" id="{10D1CF15-53CE-4CE6-9080-C8FFB6C4D90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858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6" name="Rectangle 65">
                        <a:extLst>
                          <a:ext uri="{FF2B5EF4-FFF2-40B4-BE49-F238E27FC236}">
                            <a16:creationId xmlns:a16="http://schemas.microsoft.com/office/drawing/2014/main" id="{78842A85-08FB-4035-9750-FF472425565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961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7874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8" name="Rectangle 67">
                        <a:extLst>
                          <a:ext uri="{FF2B5EF4-FFF2-40B4-BE49-F238E27FC236}">
                            <a16:creationId xmlns:a16="http://schemas.microsoft.com/office/drawing/2014/main" id="{90049369-2BBD-41B4-9382-CA33DAF6070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1600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88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69" name="Rectangle 68">
                        <a:extLst>
                          <a:ext uri="{FF2B5EF4-FFF2-40B4-BE49-F238E27FC236}">
                            <a16:creationId xmlns:a16="http://schemas.microsoft.com/office/drawing/2014/main" id="{202D62D3-9672-47F9-8E5A-3E7220E866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2057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190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0" name="Rectangle 69">
                        <a:extLst>
                          <a:ext uri="{FF2B5EF4-FFF2-40B4-BE49-F238E27FC236}">
                            <a16:creationId xmlns:a16="http://schemas.microsoft.com/office/drawing/2014/main" id="{1F12556C-8983-41DF-902F-FA01A25653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2514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292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1" name="Rectangle 70">
                        <a:extLst>
                          <a:ext uri="{FF2B5EF4-FFF2-40B4-BE49-F238E27FC236}">
                            <a16:creationId xmlns:a16="http://schemas.microsoft.com/office/drawing/2014/main" id="{2A52C980-0C05-4498-B96D-51E8574BDC9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29718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3937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72" name="Rectangle 71">
                        <a:extLst>
                          <a:ext uri="{FF2B5EF4-FFF2-40B4-BE49-F238E27FC236}">
                            <a16:creationId xmlns:a16="http://schemas.microsoft.com/office/drawing/2014/main" id="{87F1F9D3-74AA-4167-97C8-8C16679E604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3429000"/>
                        <a:ext cx="457200" cy="4572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4953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73" name="Rectangle 72">
                        <a:extLst>
                          <a:ext uri="{FF2B5EF4-FFF2-40B4-BE49-F238E27FC236}">
                            <a16:creationId xmlns:a16="http://schemas.microsoft.com/office/drawing/2014/main" id="{1E6B4691-EED4-4586-A08F-624BFB39F0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38862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5969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4" name="Rectangle 73">
                        <a:extLst>
                          <a:ext uri="{FF2B5EF4-FFF2-40B4-BE49-F238E27FC236}">
                            <a16:creationId xmlns:a16="http://schemas.microsoft.com/office/drawing/2014/main" id="{DCF27C63-F0D2-43B6-9971-FD3A6BE4C0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43434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6985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  <p:sp>
                    <p:nvSpPr>
                      <p:cNvPr id="75" name="Rectangle 74">
                        <a:extLst>
                          <a:ext uri="{FF2B5EF4-FFF2-40B4-BE49-F238E27FC236}">
                            <a16:creationId xmlns:a16="http://schemas.microsoft.com/office/drawing/2014/main" id="{055D4C3C-9613-4C77-895A-481C0D90E81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853312" y="4800600"/>
                        <a:ext cx="4572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 w="127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ln>
                      <a:sp3d z="8001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 dirty="0"/>
                      </a:p>
                    </p:txBody>
                  </p:sp>
                </p:grpSp>
                <p:grpSp>
                  <p:nvGrpSpPr>
                    <p:cNvPr id="2" name="Group 1">
                      <a:extLst>
                        <a:ext uri="{FF2B5EF4-FFF2-40B4-BE49-F238E27FC236}">
                          <a16:creationId xmlns:a16="http://schemas.microsoft.com/office/drawing/2014/main" id="{703C0EFC-AB5A-41B7-807A-D4F3F91FD4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86125" y="1143000"/>
                      <a:ext cx="914400" cy="3657600"/>
                      <a:chOff x="3124200" y="1143000"/>
                      <a:chExt cx="914400" cy="3657600"/>
                    </a:xfrm>
                  </p:grpSpPr>
                  <p:sp>
                    <p:nvSpPr>
                      <p:cNvPr id="221" name="Rectangle 220">
                        <a:extLst>
                          <a:ext uri="{FF2B5EF4-FFF2-40B4-BE49-F238E27FC236}">
                            <a16:creationId xmlns:a16="http://schemas.microsoft.com/office/drawing/2014/main" id="{D7491347-9876-4208-B720-26730B023B1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11430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7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7462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latin typeface="MD Thaitype A" panose="00000400000000000000" pitchFamily="2" charset="0"/>
                          </a:rPr>
                          <a:t>100</a:t>
                        </a:r>
                      </a:p>
                    </p:txBody>
                  </p:sp>
                  <p:sp>
                    <p:nvSpPr>
                      <p:cNvPr id="223" name="Rectangle 222">
                        <a:extLst>
                          <a:ext uri="{FF2B5EF4-FFF2-40B4-BE49-F238E27FC236}">
                            <a16:creationId xmlns:a16="http://schemas.microsoft.com/office/drawing/2014/main" id="{0F25BEA0-5842-4995-B7A9-667689FA3ED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16002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5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270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 err="1">
                            <a:latin typeface="MD Thaitype A" panose="00000400000000000000" pitchFamily="2" charset="0"/>
                          </a:rPr>
                          <a:t>alm</a:t>
                        </a:r>
                        <a:endParaRPr lang="en-US" sz="2400" dirty="0">
                          <a:latin typeface="MD Thaitype A" panose="00000400000000000000" pitchFamily="2" charset="0"/>
                        </a:endParaRPr>
                      </a:p>
                    </p:txBody>
                  </p:sp>
                  <p:sp>
                    <p:nvSpPr>
                      <p:cNvPr id="224" name="Rectangle 223">
                        <a:extLst>
                          <a:ext uri="{FF2B5EF4-FFF2-40B4-BE49-F238E27FC236}">
                            <a16:creationId xmlns:a16="http://schemas.microsoft.com/office/drawing/2014/main" id="{0E21DA48-6394-4971-B230-2C043DE1EB1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20574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7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7462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rgbClr val="FF0000"/>
                            </a:solidFill>
                            <a:latin typeface="MD Thaitype A" panose="00000400000000000000" pitchFamily="2" charset="0"/>
                          </a:rPr>
                          <a:t>110</a:t>
                        </a:r>
                      </a:p>
                    </p:txBody>
                  </p:sp>
                  <p:sp>
                    <p:nvSpPr>
                      <p:cNvPr id="225" name="Rectangle 224">
                        <a:extLst>
                          <a:ext uri="{FF2B5EF4-FFF2-40B4-BE49-F238E27FC236}">
                            <a16:creationId xmlns:a16="http://schemas.microsoft.com/office/drawing/2014/main" id="{DD60F1FA-FF2C-4B4E-90B4-CD01200C32E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25146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5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270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rgbClr val="FF0000"/>
                            </a:solidFill>
                            <a:latin typeface="MD Thaitype A" panose="00000400000000000000" pitchFamily="2" charset="0"/>
                          </a:rPr>
                          <a:t>max</a:t>
                        </a:r>
                      </a:p>
                    </p:txBody>
                  </p:sp>
                  <p:sp>
                    <p:nvSpPr>
                      <p:cNvPr id="230" name="Rectangle 229">
                        <a:extLst>
                          <a:ext uri="{FF2B5EF4-FFF2-40B4-BE49-F238E27FC236}">
                            <a16:creationId xmlns:a16="http://schemas.microsoft.com/office/drawing/2014/main" id="{36F99222-CD99-40CD-AF63-F032BA60E7E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38862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7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7462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MD Thaitype A" panose="00000400000000000000" pitchFamily="2" charset="0"/>
                          </a:rPr>
                          <a:t>60</a:t>
                        </a:r>
                      </a:p>
                    </p:txBody>
                  </p:sp>
                  <p:sp>
                    <p:nvSpPr>
                      <p:cNvPr id="231" name="Rectangle 230">
                        <a:extLst>
                          <a:ext uri="{FF2B5EF4-FFF2-40B4-BE49-F238E27FC236}">
                            <a16:creationId xmlns:a16="http://schemas.microsoft.com/office/drawing/2014/main" id="{8B2CCB17-3AB5-4D75-B298-909AC0887C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43434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5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27000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MD Thaitype A" panose="00000400000000000000" pitchFamily="2" charset="0"/>
                          </a:rPr>
                          <a:t>min</a:t>
                        </a:r>
                      </a:p>
                    </p:txBody>
                  </p:sp>
                  <p:sp>
                    <p:nvSpPr>
                      <p:cNvPr id="227" name="Rectangle 226">
                        <a:extLst>
                          <a:ext uri="{FF2B5EF4-FFF2-40B4-BE49-F238E27FC236}">
                            <a16:creationId xmlns:a16="http://schemas.microsoft.com/office/drawing/2014/main" id="{4781FBEA-B19C-4571-B084-DEE2F0523D0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29718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7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9367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>
                            <a:solidFill>
                              <a:srgbClr val="FFFF00"/>
                            </a:solidFill>
                            <a:latin typeface="MD Thaitype A" panose="00000400000000000000" pitchFamily="2" charset="0"/>
                          </a:rPr>
                          <a:t>72</a:t>
                        </a:r>
                      </a:p>
                    </p:txBody>
                  </p:sp>
                  <p:sp>
                    <p:nvSpPr>
                      <p:cNvPr id="228" name="Rectangle 227">
                        <a:extLst>
                          <a:ext uri="{FF2B5EF4-FFF2-40B4-BE49-F238E27FC236}">
                            <a16:creationId xmlns:a16="http://schemas.microsoft.com/office/drawing/2014/main" id="{CDD69344-0281-4AD3-AC1E-26166AD406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24200" y="3429000"/>
                        <a:ext cx="914400" cy="457200"/>
                      </a:xfrm>
                      <a:prstGeom prst="rect">
                        <a:avLst/>
                      </a:prstGeom>
                      <a:solidFill>
                        <a:schemeClr val="tx1">
                          <a:alpha val="55000"/>
                        </a:schemeClr>
                      </a:solidFill>
                      <a:ln w="12700">
                        <a:solidFill>
                          <a:schemeClr val="bg1">
                            <a:lumMod val="85000"/>
                          </a:schemeClr>
                        </a:solidFill>
                      </a:ln>
                      <a:sp3d z="1428750" extrusionH="38100"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sz="2400" dirty="0" err="1">
                            <a:solidFill>
                              <a:srgbClr val="FFFF00"/>
                            </a:solidFill>
                            <a:latin typeface="MD Thaitype A" panose="00000400000000000000" pitchFamily="2" charset="0"/>
                          </a:rPr>
                          <a:t>ave</a:t>
                        </a:r>
                        <a:endParaRPr lang="en-US" sz="2400" dirty="0">
                          <a:solidFill>
                            <a:srgbClr val="FFFF00"/>
                          </a:solidFill>
                          <a:latin typeface="MD Thaitype A" panose="00000400000000000000" pitchFamily="2" charset="0"/>
                        </a:endParaRPr>
                      </a:p>
                    </p:txBody>
                  </p:sp>
                </p:grpSp>
                <p:sp>
                  <p:nvSpPr>
                    <p:cNvPr id="232" name="Rectangle 231">
                      <a:extLst>
                        <a:ext uri="{FF2B5EF4-FFF2-40B4-BE49-F238E27FC236}">
                          <a16:creationId xmlns:a16="http://schemas.microsoft.com/office/drawing/2014/main" id="{58E5D9F8-E44D-44C8-80FD-3018A4EBB5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5476875" y="2743200"/>
                      <a:ext cx="1371600" cy="457200"/>
                    </a:xfrm>
                    <a:prstGeom prst="rect">
                      <a:avLst/>
                    </a:prstGeom>
                    <a:solidFill>
                      <a:schemeClr val="tx1">
                        <a:alpha val="28000"/>
                      </a:schemeClr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2057400" extrusionH="38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2400" dirty="0">
                          <a:latin typeface="MD Thaitype A" panose="00000400000000000000" pitchFamily="2" charset="0"/>
                        </a:rPr>
                        <a:t>-HOLD-</a:t>
                      </a:r>
                    </a:p>
                  </p:txBody>
                </p:sp>
              </p:grpSp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5766EF43-B231-4FD0-9CFA-9BDD44A280CC}"/>
                      </a:ext>
                    </a:extLst>
                  </p:cNvPr>
                  <p:cNvSpPr txBox="1"/>
                  <p:nvPr/>
                </p:nvSpPr>
                <p:spPr>
                  <a:xfrm>
                    <a:off x="6260807" y="3600449"/>
                    <a:ext cx="184730" cy="400110"/>
                  </a:xfrm>
                  <a:prstGeom prst="rect">
                    <a:avLst/>
                  </a:prstGeom>
                  <a:noFill/>
                  <a:sp3d z="1625600"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endParaRPr lang="en-US" sz="2000" i="1" dirty="0"/>
                  </a:p>
                </p:txBody>
              </p:sp>
            </p:grp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1E759B16-825F-48A7-9DE2-327E542476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33999" y="4971036"/>
                  <a:ext cx="914400" cy="457200"/>
                </a:xfrm>
                <a:prstGeom prst="rect">
                  <a:avLst/>
                </a:prstGeom>
                <a:solidFill>
                  <a:schemeClr val="tx1">
                    <a:alpha val="28000"/>
                  </a:schemeClr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  <a:sp3d z="2768600" extrusionH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2060"/>
                      </a:solidFill>
                      <a:latin typeface="MD Thaitype A" panose="00000400000000000000" pitchFamily="2" charset="0"/>
                    </a:rPr>
                    <a:t>60</a:t>
                  </a: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D0B1C64E-D2DE-4BC2-B900-BC028E7C73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978697" y="4971036"/>
                  <a:ext cx="1371600" cy="457200"/>
                </a:xfrm>
                <a:prstGeom prst="rect">
                  <a:avLst/>
                </a:prstGeom>
                <a:solidFill>
                  <a:schemeClr val="tx1">
                    <a:alpha val="28000"/>
                  </a:schemeClr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  <a:sp3d z="3384550" extrusionH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MD Thaitype A" panose="00000400000000000000" pitchFamily="2" charset="0"/>
                    </a:rPr>
                    <a:t>-RANGE-</a:t>
                  </a:r>
                </a:p>
              </p:txBody>
            </p:sp>
          </p:grp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98F0AF8-2CBC-4CFD-AFAF-76B0A8809C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27027" y="4953451"/>
                <a:ext cx="914400" cy="457200"/>
              </a:xfrm>
              <a:prstGeom prst="rect">
                <a:avLst/>
              </a:prstGeom>
              <a:solidFill>
                <a:schemeClr val="tx1">
                  <a:alpha val="28000"/>
                </a:schemeClr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sp3d z="3155950" extrusionH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  <a:latin typeface="MD Thaitype A" panose="00000400000000000000" pitchFamily="2" charset="0"/>
                  </a:rPr>
                  <a:t>110</a:t>
                </a:r>
              </a:p>
            </p:txBody>
          </p:sp>
        </p:grp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A5817B3E-35A3-48D1-B96B-0D459CFFCC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9574" y="4821312"/>
              <a:ext cx="2083880" cy="1484531"/>
            </a:xfrm>
            <a:prstGeom prst="straightConnector1">
              <a:avLst/>
            </a:prstGeom>
            <a:ln w="44450">
              <a:solidFill>
                <a:srgbClr val="C00000"/>
              </a:solidFill>
              <a:headEnd type="non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9AD0584-1FF9-4C3A-A3AE-621D91755AC4}"/>
                </a:ext>
              </a:extLst>
            </p:cNvPr>
            <p:cNvSpPr txBox="1"/>
            <p:nvPr/>
          </p:nvSpPr>
          <p:spPr>
            <a:xfrm>
              <a:off x="8583454" y="4684832"/>
              <a:ext cx="675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BACK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6F46A4F-4D3C-4E52-B445-0C579376112B}"/>
                </a:ext>
              </a:extLst>
            </p:cNvPr>
            <p:cNvSpPr txBox="1"/>
            <p:nvPr/>
          </p:nvSpPr>
          <p:spPr>
            <a:xfrm>
              <a:off x="6765753" y="6059146"/>
              <a:ext cx="825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FRONT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2CEAD5B-FB49-4493-93FE-0DB5BAB46034}"/>
              </a:ext>
            </a:extLst>
          </p:cNvPr>
          <p:cNvGrpSpPr/>
          <p:nvPr/>
        </p:nvGrpSpPr>
        <p:grpSpPr>
          <a:xfrm>
            <a:off x="761431" y="793397"/>
            <a:ext cx="3523465" cy="3587113"/>
            <a:chOff x="761431" y="758561"/>
            <a:chExt cx="3523465" cy="3587113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01987FD-768F-4141-9A77-2781705206C8}"/>
                </a:ext>
              </a:extLst>
            </p:cNvPr>
            <p:cNvGrpSpPr/>
            <p:nvPr/>
          </p:nvGrpSpPr>
          <p:grpSpPr>
            <a:xfrm>
              <a:off x="761431" y="758561"/>
              <a:ext cx="1532214" cy="3585120"/>
              <a:chOff x="2733017" y="869360"/>
              <a:chExt cx="1532214" cy="3585120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AE9A6B3-15B5-49FC-B36C-857BE908C40B}"/>
                  </a:ext>
                </a:extLst>
              </p:cNvPr>
              <p:cNvSpPr txBox="1"/>
              <p:nvPr/>
            </p:nvSpPr>
            <p:spPr>
              <a:xfrm>
                <a:off x="2733017" y="869360"/>
                <a:ext cx="15322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000" b="1" dirty="0"/>
                  <a:t>Alarm value:</a:t>
                </a:r>
                <a:endParaRPr lang="en-US" sz="2000" b="1" i="1" dirty="0"/>
              </a:p>
              <a:p>
                <a:pPr algn="r"/>
                <a:r>
                  <a:rPr lang="en-US" sz="2000" b="1" dirty="0"/>
                  <a:t>text:</a:t>
                </a:r>
                <a:endParaRPr lang="en-US" sz="2000" b="1" i="1" dirty="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4EF40B5-4DDA-42AF-AEDB-103F61344C84}"/>
                  </a:ext>
                </a:extLst>
              </p:cNvPr>
              <p:cNvSpPr txBox="1"/>
              <p:nvPr/>
            </p:nvSpPr>
            <p:spPr>
              <a:xfrm>
                <a:off x="2910116" y="1828438"/>
                <a:ext cx="135511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000" b="1" dirty="0"/>
                  <a:t>Max value:</a:t>
                </a:r>
                <a:endParaRPr lang="en-US" sz="2000" b="1" i="1" dirty="0"/>
              </a:p>
              <a:p>
                <a:pPr algn="r"/>
                <a:r>
                  <a:rPr lang="en-US" sz="2000" b="1" dirty="0"/>
                  <a:t>text:</a:t>
                </a:r>
                <a:endParaRPr lang="en-US" sz="2000" b="1" i="1" dirty="0"/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D65DC7C-0005-4C14-B5EB-16F39EC93B8F}"/>
                  </a:ext>
                </a:extLst>
              </p:cNvPr>
              <p:cNvSpPr txBox="1"/>
              <p:nvPr/>
            </p:nvSpPr>
            <p:spPr>
              <a:xfrm>
                <a:off x="2952628" y="3746594"/>
                <a:ext cx="13126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000" b="1" dirty="0"/>
                  <a:t>Min value:</a:t>
                </a:r>
                <a:endParaRPr lang="en-US" sz="2000" b="1" i="1" dirty="0"/>
              </a:p>
              <a:p>
                <a:pPr algn="r"/>
                <a:r>
                  <a:rPr lang="en-US" sz="2000" b="1" dirty="0"/>
                  <a:t>text:</a:t>
                </a:r>
                <a:endParaRPr lang="en-US" sz="2000" b="1" i="1" dirty="0"/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44762D2-36CC-41BE-9364-F65A90AF0448}"/>
                </a:ext>
              </a:extLst>
            </p:cNvPr>
            <p:cNvGrpSpPr/>
            <p:nvPr/>
          </p:nvGrpSpPr>
          <p:grpSpPr>
            <a:xfrm>
              <a:off x="2251967" y="760554"/>
              <a:ext cx="2032929" cy="3585120"/>
              <a:chOff x="2232302" y="869360"/>
              <a:chExt cx="2032929" cy="3585120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42DF465F-76B6-4FF0-A123-1201D2CE554D}"/>
                  </a:ext>
                </a:extLst>
              </p:cNvPr>
              <p:cNvSpPr txBox="1"/>
              <p:nvPr/>
            </p:nvSpPr>
            <p:spPr>
              <a:xfrm>
                <a:off x="2232302" y="869360"/>
                <a:ext cx="20329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000" b="1" i="1" dirty="0" err="1"/>
                  <a:t>image_group</a:t>
                </a:r>
                <a:r>
                  <a:rPr lang="en-US" sz="2000" b="1" i="1" dirty="0"/>
                  <a:t>[70]</a:t>
                </a:r>
              </a:p>
              <a:p>
                <a:pPr algn="r"/>
                <a:r>
                  <a:rPr lang="en-US" sz="2000" b="1" i="1" dirty="0" err="1"/>
                  <a:t>image_group</a:t>
                </a:r>
                <a:r>
                  <a:rPr lang="en-US" sz="2000" b="1" i="1" dirty="0"/>
                  <a:t>[66]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0415756-7E76-49CE-994F-B1E152BCAFEE}"/>
                  </a:ext>
                </a:extLst>
              </p:cNvPr>
              <p:cNvSpPr txBox="1"/>
              <p:nvPr/>
            </p:nvSpPr>
            <p:spPr>
              <a:xfrm>
                <a:off x="2232302" y="1828438"/>
                <a:ext cx="20329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000" b="1" i="1" dirty="0" err="1"/>
                  <a:t>image_group</a:t>
                </a:r>
                <a:r>
                  <a:rPr lang="en-US" sz="2000" b="1" i="1" dirty="0"/>
                  <a:t>[71]</a:t>
                </a:r>
              </a:p>
              <a:p>
                <a:pPr algn="r"/>
                <a:r>
                  <a:rPr lang="en-US" sz="2000" b="1" i="1" dirty="0" err="1"/>
                  <a:t>image_group</a:t>
                </a:r>
                <a:r>
                  <a:rPr lang="en-US" sz="2000" b="1" i="1" dirty="0"/>
                  <a:t>[67]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3D6D76C5-BF3D-43E9-AF5F-C73C9F66D2EF}"/>
                  </a:ext>
                </a:extLst>
              </p:cNvPr>
              <p:cNvSpPr txBox="1"/>
              <p:nvPr/>
            </p:nvSpPr>
            <p:spPr>
              <a:xfrm>
                <a:off x="2232302" y="3746594"/>
                <a:ext cx="20329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000" b="1" i="1" dirty="0" err="1"/>
                  <a:t>image_group</a:t>
                </a:r>
                <a:r>
                  <a:rPr lang="en-US" sz="2000" b="1" i="1" dirty="0"/>
                  <a:t>[72]</a:t>
                </a:r>
              </a:p>
              <a:p>
                <a:pPr algn="r"/>
                <a:r>
                  <a:rPr lang="en-US" sz="2000" b="1" i="1" dirty="0" err="1"/>
                  <a:t>image_group</a:t>
                </a:r>
                <a:r>
                  <a:rPr lang="en-US" sz="2000" b="1" i="1" dirty="0"/>
                  <a:t>[68]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965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E9C5DCF-533F-4687-BCDB-18077D45FD44}"/>
              </a:ext>
            </a:extLst>
          </p:cNvPr>
          <p:cNvGrpSpPr/>
          <p:nvPr/>
        </p:nvGrpSpPr>
        <p:grpSpPr>
          <a:xfrm>
            <a:off x="2841081" y="795130"/>
            <a:ext cx="6427526" cy="5229812"/>
            <a:chOff x="2927056" y="1123535"/>
            <a:chExt cx="6427526" cy="5229812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13BD6C8-9A82-463C-92F9-38E07F46D0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3153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-2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C8D6118-1D99-4924-909B-7F759BA0B1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0353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-1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517CDED-A331-4ED5-B8F2-9AE8BCA49603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18192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2B9BE3D-4476-4A65-8E9E-C735F118F871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22764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68A31F4-F651-4CBD-A005-71F1110738A4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27336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B983E1F-3822-49EF-8101-047DF2685F11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31908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B888764-80AA-4140-9846-8D079325A6C1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36480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035EA0E-ECC1-4805-8589-F552B458476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41052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D5A6989-CE74-4EBC-BCB4-DE08741C330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45624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CBE7B13-AE32-445E-A19E-289E5197965C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50196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AE5460F-00F3-4CD4-BDC7-3DCFEA8F5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73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6A9BEEE-868F-43D9-B620-C81F75868D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645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FD677D0-8A76-4B51-9B5D-60D2F25C81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217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24EDDDE-A4ED-4C67-B871-3017E7FD56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789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7EDB5CF-8272-47F2-8917-5E2DFB498A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361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E31B8DD-0DEB-4258-995C-6B602ABA46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933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4432D06-3130-4601-886F-C251FCC8C0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5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BCE79F9-BBF5-4655-8DF2-D2F847E8E6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077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8543EE6-477D-4408-B239-135FAB9642C8}"/>
                </a:ext>
              </a:extLst>
            </p:cNvPr>
            <p:cNvSpPr txBox="1"/>
            <p:nvPr/>
          </p:nvSpPr>
          <p:spPr>
            <a:xfrm>
              <a:off x="5904550" y="1123535"/>
              <a:ext cx="803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70C0"/>
                  </a:solidFill>
                </a:rPr>
                <a:t>column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309A7BE-7BC7-49D6-B763-7DDB33C6E33B}"/>
                </a:ext>
              </a:extLst>
            </p:cNvPr>
            <p:cNvSpPr txBox="1"/>
            <p:nvPr/>
          </p:nvSpPr>
          <p:spPr>
            <a:xfrm>
              <a:off x="3080966" y="3441676"/>
              <a:ext cx="430887" cy="415114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70C0"/>
                  </a:solidFill>
                </a:rPr>
                <a:t>row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79A8574-6E48-46ED-923C-F2D64DC137B4}"/>
                </a:ext>
              </a:extLst>
            </p:cNvPr>
            <p:cNvGrpSpPr/>
            <p:nvPr/>
          </p:nvGrpSpPr>
          <p:grpSpPr>
            <a:xfrm>
              <a:off x="3771900" y="1657350"/>
              <a:ext cx="4962524" cy="3971925"/>
              <a:chOff x="3114675" y="981075"/>
              <a:chExt cx="4962524" cy="3971925"/>
            </a:xfrm>
          </p:grpSpPr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4EF2F75D-B37A-4561-A8D5-AB1DADBAED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14675" y="981075"/>
                <a:ext cx="4962524" cy="3971925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b="1" dirty="0"/>
              </a:p>
            </p:txBody>
          </p: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1BD13118-18DF-4233-ACBD-C34995B15105}"/>
                  </a:ext>
                </a:extLst>
              </p:cNvPr>
              <p:cNvGrpSpPr/>
              <p:nvPr/>
            </p:nvGrpSpPr>
            <p:grpSpPr>
              <a:xfrm>
                <a:off x="4267200" y="1143000"/>
                <a:ext cx="3657600" cy="3657600"/>
                <a:chOff x="1652912" y="1600200"/>
                <a:chExt cx="3657600" cy="3657600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B47B4E46-CB89-454A-B3AF-07FBD29AE3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6DD8-4A17-4BA7-A672-22A1D98C02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BECC4F42-B945-43EA-93BE-960F338E66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CD7A697-622C-419C-B799-26A6858B85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4759DDA-E73E-4387-8ACB-7BF783016C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34290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2AC7BDB-60A5-4182-9E07-4D8660303A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8F8881F-427F-4FD1-9A71-3C3546AD39B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D0A510D-CC8A-4E47-B0FC-3CB857546E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595ECBF-73C4-4C8A-BA4F-B27ABFA113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A2ADB09-B37F-4C06-A264-D79B91F6896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8CB4C094-E8B2-41C1-8044-86F3C7C463A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87D8CC3-F6D3-4E2A-9566-85526A1F56A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F4912C9-68B1-479F-BFB9-CCCBFDA1A60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34290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2B979C1-ACAD-4078-9105-B8569D2829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3D049480-999B-4BF6-9B06-5A8D0EA50B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884572B-7114-40EC-8495-A5451535C8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FFBDE58-9E06-4960-989C-EFD3D24D54A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E2A6029-3FA7-4947-AF43-A38A16542A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CD460B0-46A2-4964-9C34-4F63EA1994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DDFBFAD-670A-4748-A94D-1E64E80B15A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06B4D85-197E-440D-B794-96A8B032182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455BF368-B718-48E9-884D-B3383E52FE7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C9D531D-0832-4F71-86C7-BF8E3BF237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EBC9BF6-B4EB-45D0-B67A-175E79F6DE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50A880D-0491-42A2-8F0F-F7B39FF129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99C62F6-97E1-4518-AC68-47A9772DA6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51ED2F2D-63A6-478A-A2F9-3D66A20AC7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7107CBB-56AA-4B6B-BC5D-3AE2491552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F66BE8E-751B-45CD-BB51-73ECD5B2B6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5B2EF43-4C0E-44AF-B6F0-794CD87060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6EEBE39-E07C-491E-B3F4-0A880A5E05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97303390-C824-4C4B-8E19-DC1FEB48B7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1EE90D3-97C9-449A-B134-F8A4BD7B38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936415E-0A71-43F6-86FE-E41B288821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D80769-6DDA-4338-B35E-1DE00E2A34C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5F19497-C9C3-444F-BFAC-A88B036ADE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AA8D0D92-D4E1-4221-9911-40F3AA5404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9C3B906-7CBE-4EE5-83E6-C922B5A76A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2D325EC-4CEA-40FE-A218-A94A1710F5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5CCE92F-39E5-4B19-BE86-7E3D32FA6F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E5B76CA8-82B8-41A1-AAC1-AC4C062368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9A10109-6F06-4846-95B5-7958A364AC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0574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DA76E73A-C224-4663-9CE1-4C7C793E73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F764991-2B02-4E86-AA38-1CDB25A2F6C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A32622D-CC0B-4057-A819-1B014FB59D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F10F818-3FA7-4D36-8B6A-AB493A96EA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585CA73-CB4F-4F1D-A538-B003A8318B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EBBC018E-5D41-4385-BDAC-F95795D041B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A80F28B1-A065-4CF8-8133-6C57377A73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01C96F65-B19F-49D8-AEB2-AB139D0E79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020BFCCA-519E-4ED8-80EE-D6232EC7F0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03213AA0-4164-41F9-B9EE-409EE3F931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4BE9BA4-5ECF-46A1-BBBD-CAC74AEC05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3A1FC7C-64E5-434E-A6D7-970B4585A2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10D1CF15-53CE-4CE6-9080-C8FFB6C4D9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8842A85-08FB-4035-9750-FF47242556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90049369-2BBD-41B4-9382-CA33DAF607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02D62D3-9672-47F9-8E5A-3E7220E866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1F12556C-8983-41DF-902F-FA01A25653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A52C980-0C05-4498-B96D-51E8574BDC9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87F1F9D3-74AA-4167-97C8-8C16679E60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1E6B4691-EED4-4586-A08F-624BFB39F0D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DCF27C63-F0D2-43B6-9971-FD3A6BE4C0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055D4C3C-9613-4C77-895A-481C0D90E8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703C0EFC-AB5A-41B7-807A-D4F3F91FD4A2}"/>
                  </a:ext>
                </a:extLst>
              </p:cNvPr>
              <p:cNvGrpSpPr/>
              <p:nvPr/>
            </p:nvGrpSpPr>
            <p:grpSpPr>
              <a:xfrm>
                <a:off x="3286125" y="1143000"/>
                <a:ext cx="914400" cy="3657600"/>
                <a:chOff x="3124200" y="1143000"/>
                <a:chExt cx="914400" cy="3657600"/>
              </a:xfrm>
            </p:grpSpPr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D7491347-9876-4208-B720-26730B023B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11430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latin typeface="MD Thaitype A" panose="00000400000000000000" pitchFamily="2" charset="0"/>
                    </a:rPr>
                    <a:t>100</a:t>
                  </a:r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0F25BEA0-5842-4995-B7A9-667689FA3E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16002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 err="1">
                      <a:latin typeface="MD Thaitype A" panose="00000400000000000000" pitchFamily="2" charset="0"/>
                    </a:rPr>
                    <a:t>alm</a:t>
                  </a:r>
                  <a:endParaRPr lang="en-US" sz="2400" dirty="0">
                    <a:latin typeface="MD Thaitype A" panose="00000400000000000000" pitchFamily="2" charset="0"/>
                  </a:endParaRPr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0E21DA48-6394-4971-B230-2C043DE1EB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20574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rgbClr val="FF0000"/>
                      </a:solidFill>
                      <a:latin typeface="MD Thaitype A" panose="00000400000000000000" pitchFamily="2" charset="0"/>
                    </a:rPr>
                    <a:t>110</a:t>
                  </a: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DD60F1FA-FF2C-4B4E-90B4-CD01200C32E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25146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rgbClr val="FF0000"/>
                      </a:solidFill>
                      <a:latin typeface="MD Thaitype A" panose="00000400000000000000" pitchFamily="2" charset="0"/>
                    </a:rPr>
                    <a:t>max</a:t>
                  </a:r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4781FBEA-B19C-4571-B084-DEE2F0523D0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29718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rgbClr val="FFFF00"/>
                      </a:solidFill>
                      <a:latin typeface="MD Thaitype A" panose="00000400000000000000" pitchFamily="2" charset="0"/>
                    </a:rPr>
                    <a:t>72</a:t>
                  </a: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CDD69344-0281-4AD3-AC1E-26166AD4065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34290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 err="1">
                      <a:solidFill>
                        <a:srgbClr val="FFFF00"/>
                      </a:solidFill>
                      <a:latin typeface="MD Thaitype A" panose="00000400000000000000" pitchFamily="2" charset="0"/>
                    </a:rPr>
                    <a:t>ave</a:t>
                  </a:r>
                  <a:endParaRPr lang="en-US" sz="2400" dirty="0">
                    <a:solidFill>
                      <a:srgbClr val="FFFF00"/>
                    </a:solidFill>
                    <a:latin typeface="MD Thaitype A" panose="00000400000000000000" pitchFamily="2" charset="0"/>
                  </a:endParaRPr>
                </a:p>
              </p:txBody>
            </p:sp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36F99222-CD99-40CD-AF63-F032BA60E7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38862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MD Thaitype A" panose="00000400000000000000" pitchFamily="2" charset="0"/>
                    </a:rPr>
                    <a:t>60</a:t>
                  </a:r>
                </a:p>
              </p:txBody>
            </p:sp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8B2CCB17-3AB5-4D75-B298-909AC0887C6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43434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MD Thaitype A" panose="00000400000000000000" pitchFamily="2" charset="0"/>
                    </a:rPr>
                    <a:t>min</a:t>
                  </a:r>
                </a:p>
              </p:txBody>
            </p:sp>
          </p:grp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58E5D9F8-E44D-44C8-80FD-3018A4EBB5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76875" y="2743200"/>
                <a:ext cx="1371600" cy="457200"/>
              </a:xfrm>
              <a:prstGeom prst="rect">
                <a:avLst/>
              </a:prstGeom>
              <a:solidFill>
                <a:schemeClr val="tx1">
                  <a:alpha val="28000"/>
                </a:schemeClr>
              </a:solidFill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MD Thaitype A" panose="00000400000000000000" pitchFamily="2" charset="0"/>
                  </a:rPr>
                  <a:t>-HOLD-</a:t>
                </a:r>
              </a:p>
            </p:txBody>
          </p:sp>
        </p:grp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E74E3B9D-E355-4458-83BC-FFD060EEB49D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0" y="1794732"/>
              <a:ext cx="5838825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prstDash val="solid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48D9CC3D-CF9D-43AB-BDB9-CD9C12A6BDB3}"/>
                </a:ext>
              </a:extLst>
            </p:cNvPr>
            <p:cNvCxnSpPr>
              <a:cxnSpLocks/>
            </p:cNvCxnSpPr>
            <p:nvPr/>
          </p:nvCxnSpPr>
          <p:spPr>
            <a:xfrm>
              <a:off x="3914774" y="1246313"/>
              <a:ext cx="1" cy="4683000"/>
            </a:xfrm>
            <a:prstGeom prst="straightConnector1">
              <a:avLst/>
            </a:prstGeom>
            <a:ln w="76200">
              <a:solidFill>
                <a:srgbClr val="FF0000"/>
              </a:solidFill>
              <a:prstDash val="solid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85EA5DA-55E5-44D7-B088-ABAFA5580AAD}"/>
                </a:ext>
              </a:extLst>
            </p:cNvPr>
            <p:cNvSpPr txBox="1"/>
            <p:nvPr/>
          </p:nvSpPr>
          <p:spPr>
            <a:xfrm>
              <a:off x="9009616" y="1563899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FFDC562-6197-4728-9882-FE1FD95F2AC8}"/>
                </a:ext>
              </a:extLst>
            </p:cNvPr>
            <p:cNvSpPr txBox="1"/>
            <p:nvPr/>
          </p:nvSpPr>
          <p:spPr>
            <a:xfrm>
              <a:off x="3747101" y="5891682"/>
              <a:ext cx="3353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Y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A8E2AE2-7891-4641-8916-DC57187AEEBF}"/>
                </a:ext>
              </a:extLst>
            </p:cNvPr>
            <p:cNvSpPr txBox="1"/>
            <p:nvPr/>
          </p:nvSpPr>
          <p:spPr>
            <a:xfrm>
              <a:off x="2927056" y="1311386"/>
              <a:ext cx="8274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(0, 0)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433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A5C3218-5AEC-42A3-9998-862825465A04}"/>
              </a:ext>
            </a:extLst>
          </p:cNvPr>
          <p:cNvGrpSpPr/>
          <p:nvPr/>
        </p:nvGrpSpPr>
        <p:grpSpPr>
          <a:xfrm>
            <a:off x="762073" y="1281952"/>
            <a:ext cx="4962524" cy="4829235"/>
            <a:chOff x="762073" y="1281952"/>
            <a:chExt cx="4962524" cy="4829235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9937CCE5-BE17-406E-9BF3-B9D4DBA3D2AA}"/>
                </a:ext>
              </a:extLst>
            </p:cNvPr>
            <p:cNvSpPr txBox="1"/>
            <p:nvPr/>
          </p:nvSpPr>
          <p:spPr>
            <a:xfrm>
              <a:off x="2455650" y="5711077"/>
              <a:ext cx="16610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IMAGE MODE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4EF2F75D-B37A-4561-A8D5-AB1DADBAED26}"/>
                </a:ext>
              </a:extLst>
            </p:cNvPr>
            <p:cNvSpPr>
              <a:spLocks/>
            </p:cNvSpPr>
            <p:nvPr/>
          </p:nvSpPr>
          <p:spPr>
            <a:xfrm>
              <a:off x="762073" y="1281952"/>
              <a:ext cx="4962524" cy="3971925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7B4E46-CB89-454A-B3AF-07FBD29AE3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D66DD8-4A17-4BA7-A672-22A1D98C02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901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CC4F42-B945-43EA-93BE-960F338E66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358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D7A697-622C-419C-B799-26A6858B8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8154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759DDA-E73E-4387-8ACB-7BF783016C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2726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AC7BDB-60A5-4182-9E07-4D8660303A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F8881F-427F-4FD1-9A71-3C3546AD39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0A510D-CC8A-4E47-B0FC-3CB857546E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95ECBF-73C4-4C8A-BA4F-B27ABFA113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2ADB09-B37F-4C06-A264-D79B91F689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901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B4C094-E8B2-41C1-8044-86F3C7C463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3582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87D8CC3-F6D3-4E2A-9566-85526A1F56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8154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4912C9-68B1-479F-BFB9-CCCBFDA1A6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2726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B979C1-ACAD-4078-9105-B8569D2829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D049480-999B-4BF6-9B06-5A8D0EA50B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884572B-7114-40EC-8495-A5451535C8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FBDE58-9E06-4960-989C-EFD3D24D54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2A6029-3FA7-4947-AF43-A38A16542A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901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CD460B0-46A2-4964-9C34-4F63EA1994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3582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DDFBFAD-670A-4748-A94D-1E64E80B15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8154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06B4D85-197E-440D-B794-96A8B03218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5BF368-B718-48E9-884D-B3383E52FE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C9D531D-0832-4F71-86C7-BF8E3BF237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EBC9BF6-B4EB-45D0-B67A-175E79F6DE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6442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0A880D-0491-42A2-8F0F-F7B39FF129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99C62F6-97E1-4518-AC68-47A9772DA6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901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1ED2F2D-63A6-478A-A2F9-3D66A20AC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3582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107CBB-56AA-4B6B-BC5D-3AE2491552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66BE8E-751B-45CD-BB51-73ECD5B2B6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5B2EF43-4C0E-44AF-B6F0-794CD87060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6EEBE39-E07C-491E-B3F4-0A880A5E05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187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7303390-C824-4C4B-8E19-DC1FEB48B7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6442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1EE90D3-97C9-449A-B134-F8A4BD7B3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936415E-0A71-43F6-86FE-E41B288821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901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D80769-6DDA-4338-B35E-1DE00E2A34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3582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5F19497-C9C3-444F-BFAC-A88B036ADE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A8D0D92-D4E1-4221-9911-40F3AA5404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2726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9C3B906-7CBE-4EE5-83E6-C922B5A76A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2D325EC-4CEA-40FE-A218-A94A1710F5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187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5CCE92F-39E5-4B19-BE86-7E3D32FA6F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B76CA8-82B8-41A1-AAC1-AC4C062368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9A10109-6F06-4846-95B5-7958A364AC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901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A76E73A-C224-4663-9CE1-4C7C793E73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3582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F764991-2B02-4E86-AA38-1CDB25A2F6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8154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32622D-CC0B-4057-A819-1B014FB59D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2726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F10F818-3FA7-4D36-8B6A-AB493A96EA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585CA73-CB4F-4F1D-A538-B003A8318B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BBC018E-5D41-4385-BDAC-F95795D04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80F28B1-A065-4CF8-8133-6C57377A73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C96F65-B19F-49D8-AEB2-AB139D0E79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901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20BFCCA-519E-4ED8-80EE-D6232EC7F0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3582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213AA0-4164-41F9-B9EE-409EE3F931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8154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4BE9BA4-5ECF-46A1-BBBD-CAC74AEC05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3A1FC7C-64E5-434E-A6D7-970B4585A2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0D1CF15-53CE-4CE6-9080-C8FFB6C4D9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8842A85-08FB-4035-9750-FF47242556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0049369-2BBD-41B4-9382-CA33DAF607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02D62D3-9672-47F9-8E5A-3E7220E866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901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F12556C-8983-41DF-902F-FA01A25653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3582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A52C980-0C05-4498-B96D-51E8574BDC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7F1F9D3-74AA-4167-97C8-8C16679E60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E6B4691-EED4-4586-A08F-624BFB39F0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CF27C63-F0D2-43B6-9971-FD3A6BE4C0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55D4C3C-9613-4C77-895A-481C0D90E8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D7491347-9876-4208-B720-26730B023B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443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latin typeface="MD Thaitype A" panose="00000400000000000000" pitchFamily="2" charset="0"/>
                </a:rPr>
                <a:t>100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0F25BEA0-5842-4995-B7A9-667689FA3E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901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latin typeface="MD Thaitype A" panose="00000400000000000000" pitchFamily="2" charset="0"/>
                </a:rPr>
                <a:t>alm</a:t>
              </a:r>
              <a:endParaRPr lang="en-US" sz="2400" dirty="0">
                <a:latin typeface="MD Thaitype A" panose="00000400000000000000" pitchFamily="2" charset="0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E21DA48-6394-4971-B230-2C043DE1EB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358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D60F1FA-FF2C-4B4E-90B4-CD01200C32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8154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max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4781FBEA-B19C-4571-B084-DEE2F0523D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2726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FF00"/>
                  </a:solidFill>
                  <a:latin typeface="MD Thaitype A" panose="00000400000000000000" pitchFamily="2" charset="0"/>
                </a:rPr>
                <a:t>72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CDD69344-0281-4AD3-AC1E-26166AD406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729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rgbClr val="FFFF00"/>
                  </a:solidFill>
                  <a:latin typeface="MD Thaitype A" panose="00000400000000000000" pitchFamily="2" charset="0"/>
                </a:rPr>
                <a:t>ave</a:t>
              </a:r>
              <a:endParaRPr lang="en-US" sz="2400" dirty="0">
                <a:solidFill>
                  <a:srgbClr val="FFFF00"/>
                </a:solidFill>
                <a:latin typeface="MD Thaitype A" panose="00000400000000000000" pitchFamily="2" charset="0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36F99222-CD99-40CD-AF63-F032BA60E7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187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8B2CCB17-3AB5-4D75-B298-909AC0887C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644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min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25F13F68-9A32-4523-A774-273184CD66C0}"/>
              </a:ext>
            </a:extLst>
          </p:cNvPr>
          <p:cNvGrpSpPr/>
          <p:nvPr/>
        </p:nvGrpSpPr>
        <p:grpSpPr>
          <a:xfrm>
            <a:off x="6096000" y="1299537"/>
            <a:ext cx="4962524" cy="4829235"/>
            <a:chOff x="762073" y="1281952"/>
            <a:chExt cx="4962524" cy="4829235"/>
          </a:xfrm>
        </p:grpSpPr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058C71D-063C-4480-800A-42094D50DA72}"/>
                </a:ext>
              </a:extLst>
            </p:cNvPr>
            <p:cNvSpPr txBox="1"/>
            <p:nvPr/>
          </p:nvSpPr>
          <p:spPr>
            <a:xfrm>
              <a:off x="2171592" y="5711077"/>
              <a:ext cx="22576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HISTOGRAM MODE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00C551B-49AA-4E34-AD82-FB92DDC449DD}"/>
                </a:ext>
              </a:extLst>
            </p:cNvPr>
            <p:cNvSpPr>
              <a:spLocks/>
            </p:cNvSpPr>
            <p:nvPr/>
          </p:nvSpPr>
          <p:spPr>
            <a:xfrm>
              <a:off x="762073" y="1281952"/>
              <a:ext cx="4962524" cy="3971925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dirty="0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D5FBC27-5464-4B81-B7F3-0C7C6C856A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9D5D495-C304-473B-8654-D501BA6EF2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761AA93-46AA-43D4-9760-529C633CAF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DE3BA76B-B384-4789-8ADE-53A5DA6A92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1D7AC70-F6AB-4D10-82AC-8B1F872756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48E56E7A-10EE-444E-B854-C863BA870F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729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861E55D-F4BC-4D30-8A41-CFF65F5F4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68B78CC-9A5D-4C5F-B41E-40F202B45A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023D23C3-6451-426B-B5AE-229B24C0B7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C8A5FF3-0189-4322-B566-F0F5991FFF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0A52F3E-962A-4CB0-88E1-CE118B10F9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04E6980B-49D2-475A-B3B8-8B18A9C6E8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8154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589F61E-A94D-461B-AA23-09366CC16D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2726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D75B6D06-D63D-494B-A0B7-3DCEE1B0D8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7298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EAF9A08B-0631-43BE-828D-75C57B81C1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1870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1FE3096F-1521-46AB-B882-6AE4D77EDC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6442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240790E7-5C66-4E4D-804A-8716A13145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515A16B4-1296-420B-A413-E6ECEBDC64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73D7A4E-76BD-4A40-A0D8-E53AFF5721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1023C36-F26C-4774-A36C-9F43C558FF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B26BDEAD-6053-49D0-B484-0E1F1AEA95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3CA5023-F823-4662-B819-3851CDE65D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7298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58240B4-2984-41D9-A2E6-520F727888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BF07AD4F-978B-4213-AA63-CE4AD80542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6442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F9ABAAF-0EEE-4A96-9B12-DA9E86A25A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E20DE6DF-2B02-4E8D-88F0-ED3D05CB9A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09014A92-04AE-46EC-9195-3F9BDF93F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0E97B222-50E3-4611-87A8-4C7B054142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1597E0CC-1E9A-4BB5-ADAC-9AE22D053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025DF60B-C79D-40C3-826A-A3610B5706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729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F87890C-0E23-4B03-ACD9-20E09BA73A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187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34ED6C25-66CC-42C5-8753-39A03AB8A3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6442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5E236061-91C2-4B73-87EC-3F67C8C39A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224197CB-3BAC-40F6-9590-A4A81A9593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0B39934D-370E-43FA-8F1B-5028089B7A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8E4F0248-66CD-4EC8-A7CE-D1FC05FB41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5E5C774-29DF-423B-9F0E-39D4C7D5BC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7783F70E-8FDC-454C-8C53-669FA501AA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43FC1595-28F1-4BDF-A24A-8EC11F6D7B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187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8B0112D4-165A-4CFD-98B1-A172C52387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6442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0952BFB3-F23D-4E6E-9B9C-4CB7C6E633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B188B19F-807E-412E-86C4-210B4F4676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0A84D7C6-042D-4459-A066-407BCBFE20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D75BB0C7-B7C8-4C08-A4B0-F1C6533818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F5057CE-FA40-474F-BA40-01BDC3A0B8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01DD4174-3055-4814-B8F8-BC49EF7D35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729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B7EBBFC-72BF-4DA0-928C-1CE899BA10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1870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4A2D8ED8-891E-4A57-8D89-D4D0F9D77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6442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E39DFB21-1F9C-48D7-9262-3C4C828508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F7253E6D-96A4-458D-84A1-B81D0D3FF2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4B932BF1-0F0A-4A67-A042-10E436D637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8A951A34-3262-4F65-8EE4-8F84A7CE61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8534A8AA-8FFA-4696-80F6-30C8F737F3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E7804FC1-9F82-48CB-844C-B8E261D000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729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EA44A14C-E9BF-42A4-B145-AD78D74DC8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187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21D328DA-5EDF-4AE3-9C59-B7E5CE9D5C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6442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F7E24745-2352-4A3F-8E85-D1304A99D5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0914D94C-1EB4-4FB4-B25E-B190061BB4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35EA0CA5-DF15-48E1-8540-46E2FD530B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58A790C6-1089-4A02-93E8-ECE9CF8E43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AC484D67-A9A0-4B2E-BD00-699174BFDE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67A44720-B99F-4105-92F5-A63C367548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729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E066AC71-DC08-4B98-B924-E2E36047A1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187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456002FA-B1EC-4D86-814E-D3C02D29F6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6442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CA6EDC91-ADDD-4F3A-9292-694C161772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443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latin typeface="MD Thaitype A" panose="00000400000000000000" pitchFamily="2" charset="0"/>
                </a:rPr>
                <a:t>100</a:t>
              </a: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81558D00-9B69-4A61-B749-687FA3B9FC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901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latin typeface="MD Thaitype A" panose="00000400000000000000" pitchFamily="2" charset="0"/>
                </a:rPr>
                <a:t>alm</a:t>
              </a:r>
              <a:endParaRPr lang="en-US" sz="2400" dirty="0">
                <a:latin typeface="MD Thaitype A" panose="00000400000000000000" pitchFamily="2" charset="0"/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C8AE5096-9399-47C7-A0CA-611D393B11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358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26021FDE-5123-4D4A-A87D-5821AE88C9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8154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max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D5C35C3B-BB39-4412-AE90-3A7DCDBE64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2726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FF00"/>
                  </a:solidFill>
                  <a:latin typeface="MD Thaitype A" panose="00000400000000000000" pitchFamily="2" charset="0"/>
                </a:rPr>
                <a:t>72</a:t>
              </a: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713959D1-CB12-4EBE-B42D-D4405C0A56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729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rgbClr val="FFFF00"/>
                  </a:solidFill>
                  <a:latin typeface="MD Thaitype A" panose="00000400000000000000" pitchFamily="2" charset="0"/>
                </a:rPr>
                <a:t>ave</a:t>
              </a:r>
              <a:endParaRPr lang="en-US" sz="2400" dirty="0">
                <a:solidFill>
                  <a:srgbClr val="FFFF00"/>
                </a:solidFill>
                <a:latin typeface="MD Thaitype A" panose="00000400000000000000" pitchFamily="2" charset="0"/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802DC7AA-44E6-4AC2-8547-371676DAEA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187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5499B0D6-B4A6-454A-B5E7-FF945FD70F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644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min</a:t>
              </a:r>
            </a:p>
          </p:txBody>
        </p:sp>
      </p:grpSp>
      <p:sp>
        <p:nvSpPr>
          <p:cNvPr id="267" name="Rectangle 266">
            <a:extLst>
              <a:ext uri="{FF2B5EF4-FFF2-40B4-BE49-F238E27FC236}">
                <a16:creationId xmlns:a16="http://schemas.microsoft.com/office/drawing/2014/main" id="{F2746CCE-C0C2-492E-861F-6EA0812B5E13}"/>
              </a:ext>
            </a:extLst>
          </p:cNvPr>
          <p:cNvSpPr>
            <a:spLocks noChangeAspect="1"/>
          </p:cNvSpPr>
          <p:nvPr/>
        </p:nvSpPr>
        <p:spPr>
          <a:xfrm>
            <a:off x="7266842" y="4678703"/>
            <a:ext cx="9144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MD Thaitype A" panose="00000400000000000000" pitchFamily="2" charset="0"/>
              </a:rPr>
              <a:t>60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EFF794E9-DBF5-4883-9D1E-DB0E9E7E42AA}"/>
              </a:ext>
            </a:extLst>
          </p:cNvPr>
          <p:cNvSpPr>
            <a:spLocks noChangeAspect="1"/>
          </p:cNvSpPr>
          <p:nvPr/>
        </p:nvSpPr>
        <p:spPr>
          <a:xfrm>
            <a:off x="8248283" y="4678703"/>
            <a:ext cx="13716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MD Thaitype A" panose="00000400000000000000" pitchFamily="2" charset="0"/>
              </a:rPr>
              <a:t>-RANGE-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1FEB284D-CACF-4914-98E7-E7A028143FA0}"/>
              </a:ext>
            </a:extLst>
          </p:cNvPr>
          <p:cNvSpPr>
            <a:spLocks noChangeAspect="1"/>
          </p:cNvSpPr>
          <p:nvPr/>
        </p:nvSpPr>
        <p:spPr>
          <a:xfrm>
            <a:off x="9936772" y="4644277"/>
            <a:ext cx="9144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MD Thaitype A" panose="00000400000000000000" pitchFamily="2" charset="0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60173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A5C3218-5AEC-42A3-9998-862825465A04}"/>
              </a:ext>
            </a:extLst>
          </p:cNvPr>
          <p:cNvGrpSpPr/>
          <p:nvPr/>
        </p:nvGrpSpPr>
        <p:grpSpPr>
          <a:xfrm>
            <a:off x="762073" y="1281952"/>
            <a:ext cx="4962524" cy="4829235"/>
            <a:chOff x="762073" y="1281952"/>
            <a:chExt cx="4962524" cy="4829235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9937CCE5-BE17-406E-9BF3-B9D4DBA3D2AA}"/>
                </a:ext>
              </a:extLst>
            </p:cNvPr>
            <p:cNvSpPr txBox="1"/>
            <p:nvPr/>
          </p:nvSpPr>
          <p:spPr>
            <a:xfrm>
              <a:off x="2455650" y="5711077"/>
              <a:ext cx="16610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IMAGE MODE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4EF2F75D-B37A-4561-A8D5-AB1DADBAED26}"/>
                </a:ext>
              </a:extLst>
            </p:cNvPr>
            <p:cNvSpPr>
              <a:spLocks/>
            </p:cNvSpPr>
            <p:nvPr/>
          </p:nvSpPr>
          <p:spPr>
            <a:xfrm>
              <a:off x="762073" y="1281952"/>
              <a:ext cx="4962524" cy="3971925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7B4E46-CB89-454A-B3AF-07FBD29AE3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D66DD8-4A17-4BA7-A672-22A1D98C02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901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CC4F42-B945-43EA-93BE-960F338E66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358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D7A697-622C-419C-B799-26A6858B8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8154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759DDA-E73E-4387-8ACB-7BF783016C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2726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AC7BDB-60A5-4182-9E07-4D8660303A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F8881F-427F-4FD1-9A71-3C3546AD39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0A510D-CC8A-4E47-B0FC-3CB857546E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95ECBF-73C4-4C8A-BA4F-B27ABFA113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2ADB09-B37F-4C06-A264-D79B91F689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901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B4C094-E8B2-41C1-8044-86F3C7C463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3582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87D8CC3-F6D3-4E2A-9566-85526A1F56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8154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4912C9-68B1-479F-BFB9-CCCBFDA1A6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2726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B979C1-ACAD-4078-9105-B8569D2829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D049480-999B-4BF6-9B06-5A8D0EA50B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884572B-7114-40EC-8495-A5451535C8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FBDE58-9E06-4960-989C-EFD3D24D54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2A6029-3FA7-4947-AF43-A38A16542A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901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CD460B0-46A2-4964-9C34-4F63EA1994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3582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DDFBFAD-670A-4748-A94D-1E64E80B15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8154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06B4D85-197E-440D-B794-96A8B03218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5BF368-B718-48E9-884D-B3383E52FE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C9D531D-0832-4F71-86C7-BF8E3BF237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EBC9BF6-B4EB-45D0-B67A-175E79F6DE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6442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0A880D-0491-42A2-8F0F-F7B39FF129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99C62F6-97E1-4518-AC68-47A9772DA6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901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1ED2F2D-63A6-478A-A2F9-3D66A20AC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3582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107CBB-56AA-4B6B-BC5D-3AE2491552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66BE8E-751B-45CD-BB51-73ECD5B2B6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5B2EF43-4C0E-44AF-B6F0-794CD87060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6EEBE39-E07C-491E-B3F4-0A880A5E05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187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7303390-C824-4C4B-8E19-DC1FEB48B7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6442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1EE90D3-97C9-449A-B134-F8A4BD7B3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936415E-0A71-43F6-86FE-E41B288821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901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D80769-6DDA-4338-B35E-1DE00E2A34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3582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5F19497-C9C3-444F-BFAC-A88B036ADE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A8D0D92-D4E1-4221-9911-40F3AA5404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2726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9C3B906-7CBE-4EE5-83E6-C922B5A76A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2D325EC-4CEA-40FE-A218-A94A1710F5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187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5CCE92F-39E5-4B19-BE86-7E3D32FA6F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B76CA8-82B8-41A1-AAC1-AC4C062368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9A10109-6F06-4846-95B5-7958A364AC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901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A76E73A-C224-4663-9CE1-4C7C793E73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3582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F764991-2B02-4E86-AA38-1CDB25A2F6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8154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32622D-CC0B-4057-A819-1B014FB59D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2726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F10F818-3FA7-4D36-8B6A-AB493A96EA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585CA73-CB4F-4F1D-A538-B003A8318B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BBC018E-5D41-4385-BDAC-F95795D04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80F28B1-A065-4CF8-8133-6C57377A73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C96F65-B19F-49D8-AEB2-AB139D0E79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901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20BFCCA-519E-4ED8-80EE-D6232EC7F0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3582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213AA0-4164-41F9-B9EE-409EE3F931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8154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4BE9BA4-5ECF-46A1-BBBD-CAC74AEC05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3A1FC7C-64E5-434E-A6D7-970B4585A2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0D1CF15-53CE-4CE6-9080-C8FFB6C4D9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8842A85-08FB-4035-9750-FF47242556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0049369-2BBD-41B4-9382-CA33DAF607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02D62D3-9672-47F9-8E5A-3E7220E866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901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F12556C-8983-41DF-902F-FA01A25653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3582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A52C980-0C05-4498-B96D-51E8574BDC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7F1F9D3-74AA-4167-97C8-8C16679E60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E6B4691-EED4-4586-A08F-624BFB39F0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CF27C63-F0D2-43B6-9971-FD3A6BE4C0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55D4C3C-9613-4C77-895A-481C0D90E8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D7491347-9876-4208-B720-26730B023B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443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latin typeface="MD Thaitype A" panose="00000400000000000000" pitchFamily="2" charset="0"/>
                </a:rPr>
                <a:t>100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0F25BEA0-5842-4995-B7A9-667689FA3E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901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latin typeface="MD Thaitype A" panose="00000400000000000000" pitchFamily="2" charset="0"/>
                </a:rPr>
                <a:t>alm</a:t>
              </a:r>
              <a:endParaRPr lang="en-US" sz="2400" dirty="0">
                <a:latin typeface="MD Thaitype A" panose="00000400000000000000" pitchFamily="2" charset="0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E21DA48-6394-4971-B230-2C043DE1EB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358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D60F1FA-FF2C-4B4E-90B4-CD01200C32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8154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max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4781FBEA-B19C-4571-B084-DEE2F0523D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2726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FF00"/>
                  </a:solidFill>
                  <a:latin typeface="MD Thaitype A" panose="00000400000000000000" pitchFamily="2" charset="0"/>
                </a:rPr>
                <a:t>72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CDD69344-0281-4AD3-AC1E-26166AD406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729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rgbClr val="FFFF00"/>
                  </a:solidFill>
                  <a:latin typeface="MD Thaitype A" panose="00000400000000000000" pitchFamily="2" charset="0"/>
                </a:rPr>
                <a:t>ave</a:t>
              </a:r>
              <a:endParaRPr lang="en-US" sz="2400" dirty="0">
                <a:solidFill>
                  <a:srgbClr val="FFFF00"/>
                </a:solidFill>
                <a:latin typeface="MD Thaitype A" panose="00000400000000000000" pitchFamily="2" charset="0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36F99222-CD99-40CD-AF63-F032BA60E7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187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8B2CCB17-3AB5-4D75-B298-909AC0887C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644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min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25F13F68-9A32-4523-A774-273184CD66C0}"/>
              </a:ext>
            </a:extLst>
          </p:cNvPr>
          <p:cNvGrpSpPr/>
          <p:nvPr/>
        </p:nvGrpSpPr>
        <p:grpSpPr>
          <a:xfrm>
            <a:off x="6096000" y="1299537"/>
            <a:ext cx="4962524" cy="4829235"/>
            <a:chOff x="762073" y="1281952"/>
            <a:chExt cx="4962524" cy="4829235"/>
          </a:xfrm>
        </p:grpSpPr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058C71D-063C-4480-800A-42094D50DA72}"/>
                </a:ext>
              </a:extLst>
            </p:cNvPr>
            <p:cNvSpPr txBox="1"/>
            <p:nvPr/>
          </p:nvSpPr>
          <p:spPr>
            <a:xfrm>
              <a:off x="2171592" y="5711077"/>
              <a:ext cx="22576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HISTOGRAM MODE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00C551B-49AA-4E34-AD82-FB92DDC449DD}"/>
                </a:ext>
              </a:extLst>
            </p:cNvPr>
            <p:cNvSpPr>
              <a:spLocks/>
            </p:cNvSpPr>
            <p:nvPr/>
          </p:nvSpPr>
          <p:spPr>
            <a:xfrm>
              <a:off x="762073" y="1281952"/>
              <a:ext cx="4962524" cy="3971925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dirty="0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D5FBC27-5464-4B81-B7F3-0C7C6C856A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9D5D495-C304-473B-8654-D501BA6EF2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761AA93-46AA-43D4-9760-529C633CAF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DE3BA76B-B384-4789-8ADE-53A5DA6A92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1D7AC70-F6AB-4D10-82AC-8B1F872756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48E56E7A-10EE-444E-B854-C863BA870F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729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861E55D-F4BC-4D30-8A41-CFF65F5F4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68B78CC-9A5D-4C5F-B41E-40F202B45A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023D23C3-6451-426B-B5AE-229B24C0B7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C8A5FF3-0189-4322-B566-F0F5991FFF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0A52F3E-962A-4CB0-88E1-CE118B10F9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04E6980B-49D2-475A-B3B8-8B18A9C6E8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8154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589F61E-A94D-461B-AA23-09366CC16D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2726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D75B6D06-D63D-494B-A0B7-3DCEE1B0D8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7298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EAF9A08B-0631-43BE-828D-75C57B81C1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1870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1FE3096F-1521-46AB-B882-6AE4D77EDC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6442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240790E7-5C66-4E4D-804A-8716A13145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515A16B4-1296-420B-A413-E6ECEBDC64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73D7A4E-76BD-4A40-A0D8-E53AFF5721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1023C36-F26C-4774-A36C-9F43C558FF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B26BDEAD-6053-49D0-B484-0E1F1AEA95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3CA5023-F823-4662-B819-3851CDE65D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7298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58240B4-2984-41D9-A2E6-520F727888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BF07AD4F-978B-4213-AA63-CE4AD80542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6442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F9ABAAF-0EEE-4A96-9B12-DA9E86A25A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E20DE6DF-2B02-4E8D-88F0-ED3D05CB9A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09014A92-04AE-46EC-9195-3F9BDF93F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0E97B222-50E3-4611-87A8-4C7B054142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1597E0CC-1E9A-4BB5-ADAC-9AE22D053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025DF60B-C79D-40C3-826A-A3610B5706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729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F87890C-0E23-4B03-ACD9-20E09BA73A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187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34ED6C25-66CC-42C5-8753-39A03AB8A3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6442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5E236061-91C2-4B73-87EC-3F67C8C39A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224197CB-3BAC-40F6-9590-A4A81A9593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0B39934D-370E-43FA-8F1B-5028089B7A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8E4F0248-66CD-4EC8-A7CE-D1FC05FB41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5E5C774-29DF-423B-9F0E-39D4C7D5BC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7783F70E-8FDC-454C-8C53-669FA501AA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43FC1595-28F1-4BDF-A24A-8EC11F6D7B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187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8B0112D4-165A-4CFD-98B1-A172C52387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6442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0952BFB3-F23D-4E6E-9B9C-4CB7C6E633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B188B19F-807E-412E-86C4-210B4F4676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0A84D7C6-042D-4459-A066-407BCBFE20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D75BB0C7-B7C8-4C08-A4B0-F1C6533818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F5057CE-FA40-474F-BA40-01BDC3A0B8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01DD4174-3055-4814-B8F8-BC49EF7D35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729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B7EBBFC-72BF-4DA0-928C-1CE899BA10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1870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4A2D8ED8-891E-4A57-8D89-D4D0F9D77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6442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E39DFB21-1F9C-48D7-9262-3C4C828508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F7253E6D-96A4-458D-84A1-B81D0D3FF2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4B932BF1-0F0A-4A67-A042-10E436D637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8A951A34-3262-4F65-8EE4-8F84A7CE61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8534A8AA-8FFA-4696-80F6-30C8F737F3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E7804FC1-9F82-48CB-844C-B8E261D000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729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EA44A14C-E9BF-42A4-B145-AD78D74DC8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187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21D328DA-5EDF-4AE3-9C59-B7E5CE9D5C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6442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F7E24745-2352-4A3F-8E85-D1304A99D5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443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0914D94C-1EB4-4FB4-B25E-B190061BB4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901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35EA0CA5-DF15-48E1-8540-46E2FD530B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3582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58A790C6-1089-4A02-93E8-ECE9CF8E43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8154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AC484D67-A9A0-4B2E-BD00-699174BFDE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2726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67A44720-B99F-4105-92F5-A63C367548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7298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E066AC71-DC08-4B98-B924-E2E36047A1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187077"/>
              <a:ext cx="4572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456002FA-B1EC-4D86-814E-D3C02D29F6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6442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CA6EDC91-ADDD-4F3A-9292-694C161772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443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latin typeface="MD Thaitype A" panose="00000400000000000000" pitchFamily="2" charset="0"/>
                </a:rPr>
                <a:t>100</a:t>
              </a: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81558D00-9B69-4A61-B749-687FA3B9FC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901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latin typeface="MD Thaitype A" panose="00000400000000000000" pitchFamily="2" charset="0"/>
                </a:rPr>
                <a:t>alm</a:t>
              </a:r>
              <a:endParaRPr lang="en-US" sz="2400" dirty="0">
                <a:latin typeface="MD Thaitype A" panose="00000400000000000000" pitchFamily="2" charset="0"/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C8AE5096-9399-47C7-A0CA-611D393B11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358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26021FDE-5123-4D4A-A87D-5821AE88C9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8154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max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D5C35C3B-BB39-4412-AE90-3A7DCDBE64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2726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FF00"/>
                  </a:solidFill>
                  <a:latin typeface="MD Thaitype A" panose="00000400000000000000" pitchFamily="2" charset="0"/>
                </a:rPr>
                <a:t>72</a:t>
              </a: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713959D1-CB12-4EBE-B42D-D4405C0A56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729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rgbClr val="FFFF00"/>
                  </a:solidFill>
                  <a:latin typeface="MD Thaitype A" panose="00000400000000000000" pitchFamily="2" charset="0"/>
                </a:rPr>
                <a:t>ave</a:t>
              </a:r>
              <a:endParaRPr lang="en-US" sz="2400" dirty="0">
                <a:solidFill>
                  <a:srgbClr val="FFFF00"/>
                </a:solidFill>
                <a:latin typeface="MD Thaitype A" panose="00000400000000000000" pitchFamily="2" charset="0"/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802DC7AA-44E6-4AC2-8547-371676DAEA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187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5499B0D6-B4A6-454A-B5E7-FF945FD70F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644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min</a:t>
              </a:r>
            </a:p>
          </p:txBody>
        </p:sp>
      </p:grpSp>
      <p:sp>
        <p:nvSpPr>
          <p:cNvPr id="267" name="Rectangle 266">
            <a:extLst>
              <a:ext uri="{FF2B5EF4-FFF2-40B4-BE49-F238E27FC236}">
                <a16:creationId xmlns:a16="http://schemas.microsoft.com/office/drawing/2014/main" id="{F2746CCE-C0C2-492E-861F-6EA0812B5E13}"/>
              </a:ext>
            </a:extLst>
          </p:cNvPr>
          <p:cNvSpPr>
            <a:spLocks noChangeAspect="1"/>
          </p:cNvSpPr>
          <p:nvPr/>
        </p:nvSpPr>
        <p:spPr>
          <a:xfrm>
            <a:off x="7266842" y="4678703"/>
            <a:ext cx="9144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MD Thaitype A" panose="00000400000000000000" pitchFamily="2" charset="0"/>
              </a:rPr>
              <a:t>60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EFF794E9-DBF5-4883-9D1E-DB0E9E7E42AA}"/>
              </a:ext>
            </a:extLst>
          </p:cNvPr>
          <p:cNvSpPr>
            <a:spLocks noChangeAspect="1"/>
          </p:cNvSpPr>
          <p:nvPr/>
        </p:nvSpPr>
        <p:spPr>
          <a:xfrm>
            <a:off x="8248283" y="4678703"/>
            <a:ext cx="13716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MD Thaitype A" panose="00000400000000000000" pitchFamily="2" charset="0"/>
              </a:rPr>
              <a:t>-RANGE-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1FEB284D-CACF-4914-98E7-E7A028143FA0}"/>
              </a:ext>
            </a:extLst>
          </p:cNvPr>
          <p:cNvSpPr>
            <a:spLocks noChangeAspect="1"/>
          </p:cNvSpPr>
          <p:nvPr/>
        </p:nvSpPr>
        <p:spPr>
          <a:xfrm>
            <a:off x="9936772" y="4644277"/>
            <a:ext cx="9144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MD Thaitype A" panose="00000400000000000000" pitchFamily="2" charset="0"/>
              </a:rPr>
              <a:t>110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DCDC432-3B2C-49F9-BD00-0F2D68F8A09B}"/>
              </a:ext>
            </a:extLst>
          </p:cNvPr>
          <p:cNvSpPr>
            <a:spLocks noChangeAspect="1"/>
          </p:cNvSpPr>
          <p:nvPr/>
        </p:nvSpPr>
        <p:spPr>
          <a:xfrm>
            <a:off x="2809216" y="2672242"/>
            <a:ext cx="13716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effectLst>
                  <a:glow rad="1016000">
                    <a:schemeClr val="bg1">
                      <a:alpha val="39000"/>
                    </a:schemeClr>
                  </a:glow>
                </a:effectLst>
                <a:latin typeface="MD Thaitype A" panose="00000400000000000000" pitchFamily="2" charset="0"/>
              </a:rPr>
              <a:t>-HOLD-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07F6E73-2C5B-4AD4-9D7C-F4BE511A64D5}"/>
              </a:ext>
            </a:extLst>
          </p:cNvPr>
          <p:cNvSpPr>
            <a:spLocks noChangeAspect="1"/>
          </p:cNvSpPr>
          <p:nvPr/>
        </p:nvSpPr>
        <p:spPr>
          <a:xfrm>
            <a:off x="8235240" y="2672242"/>
            <a:ext cx="13716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>
                  <a:glow rad="1016000">
                    <a:schemeClr val="accent1">
                      <a:alpha val="67000"/>
                    </a:schemeClr>
                  </a:glow>
                </a:effectLst>
                <a:latin typeface="MD Thaitype A" panose="00000400000000000000" pitchFamily="2" charset="0"/>
              </a:rPr>
              <a:t>-HOLD-</a:t>
            </a:r>
          </a:p>
        </p:txBody>
      </p:sp>
    </p:spTree>
    <p:extLst>
      <p:ext uri="{BB962C8B-B14F-4D97-AF65-F5344CB8AC3E}">
        <p14:creationId xmlns:p14="http://schemas.microsoft.com/office/powerpoint/2010/main" val="1936177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B77D14D-1CCF-4C17-A108-A24D4F13C705}"/>
              </a:ext>
            </a:extLst>
          </p:cNvPr>
          <p:cNvGrpSpPr/>
          <p:nvPr/>
        </p:nvGrpSpPr>
        <p:grpSpPr>
          <a:xfrm>
            <a:off x="688731" y="1014382"/>
            <a:ext cx="4962524" cy="4829235"/>
            <a:chOff x="6096000" y="1299537"/>
            <a:chExt cx="4962524" cy="4829235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5F13F68-9A32-4523-A774-273184CD66C0}"/>
                </a:ext>
              </a:extLst>
            </p:cNvPr>
            <p:cNvGrpSpPr/>
            <p:nvPr/>
          </p:nvGrpSpPr>
          <p:grpSpPr>
            <a:xfrm>
              <a:off x="6096000" y="1299537"/>
              <a:ext cx="4962524" cy="4829235"/>
              <a:chOff x="762073" y="1281952"/>
              <a:chExt cx="4962524" cy="4829235"/>
            </a:xfrm>
          </p:grpSpPr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1058C71D-063C-4480-800A-42094D50DA72}"/>
                  </a:ext>
                </a:extLst>
              </p:cNvPr>
              <p:cNvSpPr txBox="1"/>
              <p:nvPr/>
            </p:nvSpPr>
            <p:spPr>
              <a:xfrm>
                <a:off x="2498734" y="5711077"/>
                <a:ext cx="16033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SETUP MODE</a:t>
                </a: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00C551B-49AA-4E34-AD82-FB92DDC449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073" y="1281952"/>
                <a:ext cx="4962524" cy="3971925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b="1" dirty="0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1D5FBC27-5464-4B81-B7F3-0C7C6C856A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09D5D495-C304-473B-8654-D501BA6EF2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5761AA93-46AA-43D4-9760-529C633CAF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DE3BA76B-B384-4789-8ADE-53A5DA6A92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01D7AC70-F6AB-4D10-82AC-8B1F872756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48E56E7A-10EE-444E-B854-C863BA870F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7298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861E55D-F4BC-4D30-8A41-CFF65F5F48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1870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68B78CC-9A5D-4C5F-B41E-40F202B45A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6442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23D23C3-6451-426B-B5AE-229B24C0B7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9C8A5FF3-0189-4322-B566-F0F5991FFF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00A52F3E-962A-4CB0-88E1-CE118B10F9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04E6980B-49D2-475A-B3B8-8B18A9C6E8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8154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8589F61E-A94D-461B-AA23-09366CC16D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2726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D75B6D06-D63D-494B-A0B7-3DCEE1B0D8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7298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EAF9A08B-0631-43BE-828D-75C57B81C1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1870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1FE3096F-1521-46AB-B882-6AE4D77EDC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6442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240790E7-5C66-4E4D-804A-8716A13145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515A16B4-1296-420B-A413-E6ECEBDC64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B73D7A4E-76BD-4A40-A0D8-E53AFF5721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31023C36-F26C-4774-A36C-9F43C558FF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B26BDEAD-6053-49D0-B484-0E1F1AEA95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E3CA5023-F823-4662-B819-3851CDE65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7298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C58240B4-2984-41D9-A2E6-520F727888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1870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BF07AD4F-978B-4213-AA63-CE4AD80542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6442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CF9ABAAF-0EEE-4A96-9B12-DA9E86A25A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E20DE6DF-2B02-4E8D-88F0-ED3D05CB9A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09014A92-04AE-46EC-9195-3F9BDF93F8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0E97B222-50E3-4611-87A8-4C7B054142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1597E0CC-1E9A-4BB5-ADAC-9AE22D0534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025DF60B-C79D-40C3-826A-A3610B5706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CF87890C-0E23-4B03-ACD9-20E09BA73A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1870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34ED6C25-66CC-42C5-8753-39A03AB8A3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6442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5E236061-91C2-4B73-87EC-3F67C8C39A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224197CB-3BAC-40F6-9590-A4A81A9593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0B39934D-370E-43FA-8F1B-5028089B7A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8E4F0248-66CD-4EC8-A7CE-D1FC05FB41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05E5C774-29DF-423B-9F0E-39D4C7D5BC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7783F70E-8FDC-454C-8C53-669FA501AA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7298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43FC1595-28F1-4BDF-A24A-8EC11F6D7B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1870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8B0112D4-165A-4CFD-98B1-A172C52387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6442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0952BFB3-F23D-4E6E-9B9C-4CB7C6E633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B188B19F-807E-412E-86C4-210B4F4676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0A84D7C6-042D-4459-A066-407BCBFE20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D75BB0C7-B7C8-4C08-A4B0-F1C6533818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0F5057CE-FA40-474F-BA40-01BDC3A0B8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01DD4174-3055-4814-B8F8-BC49EF7D35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B7EBBFC-72BF-4DA0-928C-1CE899BA1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1870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4A2D8ED8-891E-4A57-8D89-D4D0F9D778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6442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E39DFB21-1F9C-48D7-9262-3C4C828508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F7253E6D-96A4-458D-84A1-B81D0D3FF2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4B932BF1-0F0A-4A67-A042-10E436D637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8A951A34-3262-4F65-8EE4-8F84A7CE61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534A8AA-8FFA-4696-80F6-30C8F737F3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E7804FC1-9F82-48CB-844C-B8E261D000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EA44A14C-E9BF-42A4-B145-AD78D74DC8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21D328DA-5EDF-4AE3-9C59-B7E5CE9D5C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644277"/>
                <a:ext cx="457200" cy="457200"/>
              </a:xfrm>
              <a:prstGeom prst="rect">
                <a:avLst/>
              </a:prstGeom>
              <a:solidFill>
                <a:srgbClr val="7030A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7E24745-2352-4A3F-8E85-D1304A99D5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0914D94C-1EB4-4FB4-B25E-B190061BB4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35EA0CA5-DF15-48E1-8540-46E2FD530B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58A790C6-1089-4A02-93E8-ECE9CF8E43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AC484D67-A9A0-4B2E-BD00-699174BFDE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67A44720-B99F-4105-92F5-A63C367548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E066AC71-DC08-4B98-B924-E2E36047A1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456002FA-B1EC-4D86-814E-D3C02D29F6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644277"/>
                <a:ext cx="457200" cy="45720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CA6EDC91-ADDD-4F3A-9292-694C161772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4438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latin typeface="MD Thaitype A" panose="00000400000000000000" pitchFamily="2" charset="0"/>
                  </a:rPr>
                  <a:t>100</a:t>
                </a: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81558D00-9B69-4A61-B749-687FA3B9FC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901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 err="1">
                    <a:latin typeface="MD Thaitype A" panose="00000400000000000000" pitchFamily="2" charset="0"/>
                  </a:rPr>
                  <a:t>alm</a:t>
                </a:r>
                <a:endParaRPr lang="en-US" sz="2400" dirty="0">
                  <a:latin typeface="MD Thaitype A" panose="00000400000000000000" pitchFamily="2" charset="0"/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C8AE5096-9399-47C7-A0CA-611D393B11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358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MD Thaitype A" panose="00000400000000000000" pitchFamily="2" charset="0"/>
                  </a:rPr>
                  <a:t>110</a:t>
                </a: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26021FDE-5123-4D4A-A87D-5821AE88C9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8154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MD Thaitype A" panose="00000400000000000000" pitchFamily="2" charset="0"/>
                  </a:rPr>
                  <a:t>max</a:t>
                </a: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802DC7AA-44E6-4AC2-8547-371676DAEA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187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MD Thaitype A" panose="00000400000000000000" pitchFamily="2" charset="0"/>
                  </a:rPr>
                  <a:t>60</a:t>
                </a: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5499B0D6-B4A6-454A-B5E7-FF945FD70F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644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MD Thaitype A" panose="00000400000000000000" pitchFamily="2" charset="0"/>
                  </a:rPr>
                  <a:t>min</a:t>
                </a:r>
              </a:p>
            </p:txBody>
          </p:sp>
        </p:grp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F2746CCE-C0C2-492E-861F-6EA0812B5E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66842" y="4678703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EFF794E9-DBF5-4883-9D1E-DB0E9E7E4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8283" y="4678703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MD Thaitype A" panose="00000400000000000000" pitchFamily="2" charset="0"/>
                </a:rPr>
                <a:t>-RANGE-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1FEB284D-CACF-4914-98E7-E7A028143F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36772" y="4644277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07F6E73-2C5B-4AD4-9D7C-F4BE511A64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35240" y="2672242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effectLst>
                    <a:glow rad="1016000">
                      <a:schemeClr val="accent1">
                        <a:alpha val="39000"/>
                      </a:schemeClr>
                    </a:glow>
                  </a:effectLst>
                  <a:latin typeface="MD Thaitype A" panose="00000400000000000000" pitchFamily="2" charset="0"/>
                </a:rPr>
                <a:t>-SET-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1034950-F9E2-4506-BDC8-D8CE9683AF51}"/>
              </a:ext>
            </a:extLst>
          </p:cNvPr>
          <p:cNvGrpSpPr/>
          <p:nvPr/>
        </p:nvGrpSpPr>
        <p:grpSpPr>
          <a:xfrm>
            <a:off x="6298224" y="1014382"/>
            <a:ext cx="4962524" cy="4829235"/>
            <a:chOff x="6096000" y="1299537"/>
            <a:chExt cx="4962524" cy="4829235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D92E2B1C-7A37-40FC-A6BC-E5C987FC9E2E}"/>
                </a:ext>
              </a:extLst>
            </p:cNvPr>
            <p:cNvGrpSpPr/>
            <p:nvPr/>
          </p:nvGrpSpPr>
          <p:grpSpPr>
            <a:xfrm>
              <a:off x="6096000" y="1299537"/>
              <a:ext cx="4962524" cy="4829235"/>
              <a:chOff x="762073" y="1281952"/>
              <a:chExt cx="4962524" cy="4829235"/>
            </a:xfrm>
          </p:grpSpPr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83493D08-0C33-4538-A03A-8BF9B170231E}"/>
                  </a:ext>
                </a:extLst>
              </p:cNvPr>
              <p:cNvSpPr txBox="1"/>
              <p:nvPr/>
            </p:nvSpPr>
            <p:spPr>
              <a:xfrm>
                <a:off x="1927716" y="5711077"/>
                <a:ext cx="27453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SET ALARM THRESHOLD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538C19CF-43FB-4931-A612-304E0D5AA9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073" y="1281952"/>
                <a:ext cx="4962524" cy="3971925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b="1" dirty="0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6D2193BC-C56A-480E-8361-AF04DA2577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AEA3271-79CC-463A-8168-457429779B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8D9C8DAB-25D6-4DAD-98D9-2E9156E768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98A71913-4E4E-4B97-820B-F39C3AA028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7D3939EC-938E-4A05-99DC-1898AAE46C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84830440-7316-4140-9D6E-2683D25512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7298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13404502-599B-48C5-9B89-2BAFE33429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1870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03208E07-609B-42D9-81C2-4B0C328BFD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6442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919DCC4-BBE2-45E1-BDAE-C9BF516310E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32E3DDF9-2570-43C4-8B0D-1939879EB0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A83D89A-4FA9-4628-858A-DDA60E45A2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9434FE5-3654-4B8F-96F1-934A9EB678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8154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A9D64FB3-D53D-4AE7-9AA4-A68A1FEEDC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2726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A8B4745B-5D4E-4321-8384-6CEF674E97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7298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B9902F2B-479F-4BC3-AF39-67C932CCFA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1870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21EBC039-F920-4A3E-8E89-264C0B68F1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6442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CDCCB707-5DA3-4D15-AFE7-A415F0EAFA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8FC1F2AB-0995-4153-830E-13F48E729F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7FB0DEE9-9C6E-408D-A864-5613C3214A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12D88CE3-7143-4373-BE1A-1045AC728D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EC5D14DF-B813-45F9-90BC-A16E943D23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88B20AFB-FD25-46EE-9E5B-069A917ACD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7298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B17849ED-3D91-4E4C-A9BF-CEDC5E4D9D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1870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D0D7F320-8DAE-478B-A0E9-D5EF6C371F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6442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310EC3FF-A79B-4BAD-9A69-6820E77286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69D68D0C-9C08-48AC-89A2-67A9201EB0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59B60DEF-10BB-4394-BBE0-415470249C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D4CF2588-A4E0-4FBC-9370-EEEFB40C511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36E88683-1367-447B-ADE4-80F05635AD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297EA479-D7FB-4AC6-A71E-D745B8E576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379936EA-6775-4CD0-99B4-9DBBE7E98A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1870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0F757A0A-6804-400E-8392-9D57E57E95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6442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F18F36A4-E7B7-41AB-A8F3-414D836703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305FA2E3-4E64-4DA1-A33C-B0004496FC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15836793-A9B7-4427-A38B-45E5362384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A571ED13-C0D2-4322-B45B-D781BA93F9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D224792F-C3F9-4CAA-90D6-90877B680C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C4F67610-A510-4976-834D-ED3B324309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7298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8161AD68-7978-42F7-B24C-1208EA4AAD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1870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4510E455-B9D1-413F-8E3F-FDA79E9662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6442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994A2AD3-F88A-49DE-B2D6-BD06E722E1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121B739F-C8ED-48EB-BA26-7A2B9E4428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7F9BF552-DEF6-4FDA-8BFE-17E1317CE0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53005D9D-246B-4A7B-BA13-7AADD58426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37A5952A-D79E-4D43-9B41-714D44F457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4AFA1F65-3994-40E2-AD28-C582E49E39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8498D72B-12E6-4111-8136-E3DAB7E18A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1870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2E8E01F5-4B54-46CD-B6CD-686FA27414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6442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2EA8DA76-45A2-4395-8DEF-2D9D82563F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22E3461B-0765-43F2-9E4A-B2212DBCD6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5E966BAF-0927-4DE2-B8A0-8475B1DC29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D1787672-5463-4845-8086-37AA073C80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3EFD25D2-71FE-4C19-84E2-4CA1A4877C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B7B96A9E-C868-4A81-97E4-0647E48A3D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74A9A233-D2B8-4D22-9027-BD8DC207F0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BFE3440E-50BE-45E8-9376-4A9251BA73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644277"/>
                <a:ext cx="457200" cy="457200"/>
              </a:xfrm>
              <a:prstGeom prst="rect">
                <a:avLst/>
              </a:prstGeom>
              <a:solidFill>
                <a:srgbClr val="7030A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A19F23E1-9C0D-4554-9219-A2E9F0BF3E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4048C566-8383-4A7C-9228-7E578DE872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75499DC6-F1CA-4344-99A4-9951F748D6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234FF979-998C-4C41-AEE2-6394C1565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2254408D-2259-4B1F-B6C4-8720294854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DC6AED5A-FB50-4D83-B2F6-E4CFECA59A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A2A0D77E-3160-4E31-8616-8F836A3D12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B982A4CF-BF4B-440F-A388-9639C95EDC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644277"/>
                <a:ext cx="457200" cy="45720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E387CF08-2A57-4E62-B426-0746524F75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4438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effectLst>
                      <a:glow rad="1016000">
                        <a:schemeClr val="accent1">
                          <a:alpha val="67000"/>
                        </a:schemeClr>
                      </a:glow>
                    </a:effectLst>
                    <a:latin typeface="MD Thaitype A" panose="00000400000000000000" pitchFamily="2" charset="0"/>
                  </a:rPr>
                  <a:t>100</a:t>
                </a: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99C7DD58-F46F-48CC-ADC3-F92550D079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901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 err="1">
                    <a:effectLst>
                      <a:glow rad="1016000">
                        <a:schemeClr val="accent1">
                          <a:alpha val="67000"/>
                        </a:schemeClr>
                      </a:glow>
                    </a:effectLst>
                    <a:latin typeface="MD Thaitype A" panose="00000400000000000000" pitchFamily="2" charset="0"/>
                  </a:rPr>
                  <a:t>alm</a:t>
                </a:r>
                <a:endParaRPr lang="en-US" sz="2400" dirty="0">
                  <a:effectLst>
                    <a:glow rad="1016000">
                      <a:schemeClr val="accent1">
                        <a:alpha val="67000"/>
                      </a:schemeClr>
                    </a:glow>
                  </a:effectLst>
                  <a:latin typeface="MD Thaitype A" panose="00000400000000000000" pitchFamily="2" charset="0"/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15B57CCA-C69F-4113-BDB0-1F9D240FC9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358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MD Thaitype A" panose="00000400000000000000" pitchFamily="2" charset="0"/>
                  </a:rPr>
                  <a:t>110</a:t>
                </a: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989A0916-5333-444A-B2EE-4CD2007145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8154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MD Thaitype A" panose="00000400000000000000" pitchFamily="2" charset="0"/>
                  </a:rPr>
                  <a:t>max</a:t>
                </a:r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950E9642-6A70-4EF7-89ED-46624A5AAC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187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MD Thaitype A" panose="00000400000000000000" pitchFamily="2" charset="0"/>
                  </a:rPr>
                  <a:t>60</a:t>
                </a:r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7D5FC32D-5384-4E14-8737-D2AB949017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644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MD Thaitype A" panose="00000400000000000000" pitchFamily="2" charset="0"/>
                  </a:rPr>
                  <a:t>min</a:t>
                </a:r>
              </a:p>
            </p:txBody>
          </p:sp>
        </p:grp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33E5044-9E56-4595-9E6E-7479B86772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66842" y="4678703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AF18315-3133-4614-978F-DCB4BDB937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8283" y="4678703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MD Thaitype A" panose="00000400000000000000" pitchFamily="2" charset="0"/>
                </a:rPr>
                <a:t>-RANGE-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46F92977-F9CA-44E4-B39E-737DC6098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36772" y="4644277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C829F2A-07C4-49CD-AB03-994752F6F6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35240" y="2672242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effectLst>
                    <a:glow rad="1016000">
                      <a:schemeClr val="accent1">
                        <a:alpha val="67000"/>
                      </a:schemeClr>
                    </a:glow>
                  </a:effectLst>
                  <a:latin typeface="MD Thaitype A" panose="00000400000000000000" pitchFamily="2" charset="0"/>
                </a:rPr>
                <a:t>ALARM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9974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B77D14D-1CCF-4C17-A108-A24D4F13C705}"/>
              </a:ext>
            </a:extLst>
          </p:cNvPr>
          <p:cNvGrpSpPr/>
          <p:nvPr/>
        </p:nvGrpSpPr>
        <p:grpSpPr>
          <a:xfrm>
            <a:off x="688731" y="1014382"/>
            <a:ext cx="4962524" cy="4829235"/>
            <a:chOff x="6096000" y="1299537"/>
            <a:chExt cx="4962524" cy="4829235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5F13F68-9A32-4523-A774-273184CD66C0}"/>
                </a:ext>
              </a:extLst>
            </p:cNvPr>
            <p:cNvGrpSpPr/>
            <p:nvPr/>
          </p:nvGrpSpPr>
          <p:grpSpPr>
            <a:xfrm>
              <a:off x="6096000" y="1299537"/>
              <a:ext cx="4962524" cy="4829235"/>
              <a:chOff x="762073" y="1281952"/>
              <a:chExt cx="4962524" cy="4829235"/>
            </a:xfrm>
          </p:grpSpPr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1058C71D-063C-4480-800A-42094D50DA72}"/>
                  </a:ext>
                </a:extLst>
              </p:cNvPr>
              <p:cNvSpPr txBox="1"/>
              <p:nvPr/>
            </p:nvSpPr>
            <p:spPr>
              <a:xfrm>
                <a:off x="1982570" y="5711077"/>
                <a:ext cx="26356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SET MAXIMUM RANGE</a:t>
                </a: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00C551B-49AA-4E34-AD82-FB92DDC449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073" y="1281952"/>
                <a:ext cx="4962524" cy="3971925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b="1" dirty="0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1D5FBC27-5464-4B81-B7F3-0C7C6C856A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09D5D495-C304-473B-8654-D501BA6EF2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5761AA93-46AA-43D4-9760-529C633CAF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DE3BA76B-B384-4789-8ADE-53A5DA6A92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01D7AC70-F6AB-4D10-82AC-8B1F872756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48E56E7A-10EE-444E-B854-C863BA870F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7298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861E55D-F4BC-4D30-8A41-CFF65F5F48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1870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68B78CC-9A5D-4C5F-B41E-40F202B45A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6442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23D23C3-6451-426B-B5AE-229B24C0B7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9C8A5FF3-0189-4322-B566-F0F5991FFF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00A52F3E-962A-4CB0-88E1-CE118B10F9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04E6980B-49D2-475A-B3B8-8B18A9C6E8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8154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8589F61E-A94D-461B-AA23-09366CC16D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2726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D75B6D06-D63D-494B-A0B7-3DCEE1B0D8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7298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EAF9A08B-0631-43BE-828D-75C57B81C1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1870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1FE3096F-1521-46AB-B882-6AE4D77EDC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6442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240790E7-5C66-4E4D-804A-8716A13145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515A16B4-1296-420B-A413-E6ECEBDC64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B73D7A4E-76BD-4A40-A0D8-E53AFF5721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31023C36-F26C-4774-A36C-9F43C558FF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B26BDEAD-6053-49D0-B484-0E1F1AEA95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E3CA5023-F823-4662-B819-3851CDE65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7298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C58240B4-2984-41D9-A2E6-520F727888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1870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BF07AD4F-978B-4213-AA63-CE4AD80542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6442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CF9ABAAF-0EEE-4A96-9B12-DA9E86A25A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E20DE6DF-2B02-4E8D-88F0-ED3D05CB9A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09014A92-04AE-46EC-9195-3F9BDF93F8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0E97B222-50E3-4611-87A8-4C7B054142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1597E0CC-1E9A-4BB5-ADAC-9AE22D0534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025DF60B-C79D-40C3-826A-A3610B5706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CF87890C-0E23-4B03-ACD9-20E09BA73A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1870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34ED6C25-66CC-42C5-8753-39A03AB8A3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6442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5E236061-91C2-4B73-87EC-3F67C8C39A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224197CB-3BAC-40F6-9590-A4A81A9593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0B39934D-370E-43FA-8F1B-5028089B7A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8E4F0248-66CD-4EC8-A7CE-D1FC05FB41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05E5C774-29DF-423B-9F0E-39D4C7D5BC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7783F70E-8FDC-454C-8C53-669FA501AA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7298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43FC1595-28F1-4BDF-A24A-8EC11F6D7B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1870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8B0112D4-165A-4CFD-98B1-A172C52387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6442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0952BFB3-F23D-4E6E-9B9C-4CB7C6E633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B188B19F-807E-412E-86C4-210B4F4676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0A84D7C6-042D-4459-A066-407BCBFE20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D75BB0C7-B7C8-4C08-A4B0-F1C6533818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0F5057CE-FA40-474F-BA40-01BDC3A0B8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01DD4174-3055-4814-B8F8-BC49EF7D35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B7EBBFC-72BF-4DA0-928C-1CE899BA1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1870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4A2D8ED8-891E-4A57-8D89-D4D0F9D778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6442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E39DFB21-1F9C-48D7-9262-3C4C828508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F7253E6D-96A4-458D-84A1-B81D0D3FF2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4B932BF1-0F0A-4A67-A042-10E436D637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8A951A34-3262-4F65-8EE4-8F84A7CE61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534A8AA-8FFA-4696-80F6-30C8F737F3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E7804FC1-9F82-48CB-844C-B8E261D000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EA44A14C-E9BF-42A4-B145-AD78D74DC8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21D328DA-5EDF-4AE3-9C59-B7E5CE9D5C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644277"/>
                <a:ext cx="457200" cy="457200"/>
              </a:xfrm>
              <a:prstGeom prst="rect">
                <a:avLst/>
              </a:prstGeom>
              <a:solidFill>
                <a:srgbClr val="7030A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7E24745-2352-4A3F-8E85-D1304A99D5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0914D94C-1EB4-4FB4-B25E-B190061BB4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35EA0CA5-DF15-48E1-8540-46E2FD530B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58A790C6-1089-4A02-93E8-ECE9CF8E43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AC484D67-A9A0-4B2E-BD00-699174BFDE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67A44720-B99F-4105-92F5-A63C367548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E066AC71-DC08-4B98-B924-E2E36047A1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456002FA-B1EC-4D86-814E-D3C02D29F6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644277"/>
                <a:ext cx="457200" cy="45720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CA6EDC91-ADDD-4F3A-9292-694C161772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4438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latin typeface="MD Thaitype A" panose="00000400000000000000" pitchFamily="2" charset="0"/>
                  </a:rPr>
                  <a:t>100</a:t>
                </a: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81558D00-9B69-4A61-B749-687FA3B9FC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901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 err="1">
                    <a:latin typeface="MD Thaitype A" panose="00000400000000000000" pitchFamily="2" charset="0"/>
                  </a:rPr>
                  <a:t>alm</a:t>
                </a:r>
                <a:endParaRPr lang="en-US" sz="2400" dirty="0">
                  <a:latin typeface="MD Thaitype A" panose="00000400000000000000" pitchFamily="2" charset="0"/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C8AE5096-9399-47C7-A0CA-611D393B11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358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effectLst>
                      <a:glow rad="1016000">
                        <a:schemeClr val="accent1">
                          <a:alpha val="67000"/>
                        </a:schemeClr>
                      </a:glow>
                    </a:effectLst>
                    <a:latin typeface="MD Thaitype A" panose="00000400000000000000" pitchFamily="2" charset="0"/>
                  </a:rPr>
                  <a:t>110</a:t>
                </a: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26021FDE-5123-4D4A-A87D-5821AE88C9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8154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effectLst>
                      <a:glow rad="1066800">
                        <a:schemeClr val="accent1">
                          <a:alpha val="64000"/>
                        </a:schemeClr>
                      </a:glow>
                    </a:effectLst>
                    <a:latin typeface="MD Thaitype A" panose="00000400000000000000" pitchFamily="2" charset="0"/>
                  </a:rPr>
                  <a:t>max</a:t>
                </a: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802DC7AA-44E6-4AC2-8547-371676DAEA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187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MD Thaitype A" panose="00000400000000000000" pitchFamily="2" charset="0"/>
                  </a:rPr>
                  <a:t>60</a:t>
                </a: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5499B0D6-B4A6-454A-B5E7-FF945FD70F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644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MD Thaitype A" panose="00000400000000000000" pitchFamily="2" charset="0"/>
                  </a:rPr>
                  <a:t>min</a:t>
                </a:r>
              </a:p>
            </p:txBody>
          </p:sp>
        </p:grp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F2746CCE-C0C2-492E-861F-6EA0812B5E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66842" y="4678703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EFF794E9-DBF5-4883-9D1E-DB0E9E7E4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8283" y="4678703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MD Thaitype A" panose="00000400000000000000" pitchFamily="2" charset="0"/>
                </a:rPr>
                <a:t>-RANGE-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1FEB284D-CACF-4914-98E7-E7A028143F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36772" y="4644277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07F6E73-2C5B-4AD4-9D7C-F4BE511A64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35240" y="2672242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effectLst>
                    <a:glow rad="1016000">
                      <a:schemeClr val="accent1">
                        <a:alpha val="67000"/>
                      </a:schemeClr>
                    </a:glow>
                  </a:effectLst>
                  <a:latin typeface="MD Thaitype A" panose="00000400000000000000" pitchFamily="2" charset="0"/>
                </a:rPr>
                <a:t>RANGE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1034950-F9E2-4506-BDC8-D8CE9683AF51}"/>
              </a:ext>
            </a:extLst>
          </p:cNvPr>
          <p:cNvGrpSpPr/>
          <p:nvPr/>
        </p:nvGrpSpPr>
        <p:grpSpPr>
          <a:xfrm>
            <a:off x="6298224" y="1014382"/>
            <a:ext cx="4962524" cy="4829235"/>
            <a:chOff x="6096000" y="1299537"/>
            <a:chExt cx="4962524" cy="4829235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D92E2B1C-7A37-40FC-A6BC-E5C987FC9E2E}"/>
                </a:ext>
              </a:extLst>
            </p:cNvPr>
            <p:cNvGrpSpPr/>
            <p:nvPr/>
          </p:nvGrpSpPr>
          <p:grpSpPr>
            <a:xfrm>
              <a:off x="6096000" y="1299537"/>
              <a:ext cx="4962524" cy="4829235"/>
              <a:chOff x="762073" y="1281952"/>
              <a:chExt cx="4962524" cy="4829235"/>
            </a:xfrm>
          </p:grpSpPr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83493D08-0C33-4538-A03A-8BF9B170231E}"/>
                  </a:ext>
                </a:extLst>
              </p:cNvPr>
              <p:cNvSpPr txBox="1"/>
              <p:nvPr/>
            </p:nvSpPr>
            <p:spPr>
              <a:xfrm>
                <a:off x="2012230" y="5711077"/>
                <a:ext cx="25763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SET MINIMUM RANGE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538C19CF-43FB-4931-A612-304E0D5AA9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073" y="1281952"/>
                <a:ext cx="4962524" cy="3971925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b="1" dirty="0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6D2193BC-C56A-480E-8361-AF04DA2577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AEA3271-79CC-463A-8168-457429779B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8D9C8DAB-25D6-4DAD-98D9-2E9156E768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98A71913-4E4E-4B97-820B-F39C3AA028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7D3939EC-938E-4A05-99DC-1898AAE46C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84830440-7316-4140-9D6E-2683D25512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7298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13404502-599B-48C5-9B89-2BAFE33429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1870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03208E07-609B-42D9-81C2-4B0C328BFD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6442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919DCC4-BBE2-45E1-BDAE-C9BF516310E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32E3DDF9-2570-43C4-8B0D-1939879EB0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A83D89A-4FA9-4628-858A-DDA60E45A2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9434FE5-3654-4B8F-96F1-934A9EB678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8154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A9D64FB3-D53D-4AE7-9AA4-A68A1FEEDC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2726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A8B4745B-5D4E-4321-8384-6CEF674E97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7298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B9902F2B-479F-4BC3-AF39-67C932CCFA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1870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21EBC039-F920-4A3E-8E89-264C0B68F1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6442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CDCCB707-5DA3-4D15-AFE7-A415F0EAFA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8FC1F2AB-0995-4153-830E-13F48E729F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7FB0DEE9-9C6E-408D-A864-5613C3214A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12D88CE3-7143-4373-BE1A-1045AC728D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EC5D14DF-B813-45F9-90BC-A16E943D23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88B20AFB-FD25-46EE-9E5B-069A917ACD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7298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B17849ED-3D91-4E4C-A9BF-CEDC5E4D9D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1870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D0D7F320-8DAE-478B-A0E9-D5EF6C371F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6442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310EC3FF-A79B-4BAD-9A69-6820E77286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69D68D0C-9C08-48AC-89A2-67A9201EB0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59B60DEF-10BB-4394-BBE0-415470249C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D4CF2588-A4E0-4FBC-9370-EEEFB40C511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36E88683-1367-447B-ADE4-80F05635AD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297EA479-D7FB-4AC6-A71E-D745B8E576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379936EA-6775-4CD0-99B4-9DBBE7E98A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1870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0F757A0A-6804-400E-8392-9D57E57E95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6442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F18F36A4-E7B7-41AB-A8F3-414D836703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305FA2E3-4E64-4DA1-A33C-B0004496FC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15836793-A9B7-4427-A38B-45E5362384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A571ED13-C0D2-4322-B45B-D781BA93F9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D224792F-C3F9-4CAA-90D6-90877B680C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C4F67610-A510-4976-834D-ED3B324309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7298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8161AD68-7978-42F7-B24C-1208EA4AAD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1870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4510E455-B9D1-413F-8E3F-FDA79E9662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6442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994A2AD3-F88A-49DE-B2D6-BD06E722E1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121B739F-C8ED-48EB-BA26-7A2B9E4428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7F9BF552-DEF6-4FDA-8BFE-17E1317CE0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53005D9D-246B-4A7B-BA13-7AADD58426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37A5952A-D79E-4D43-9B41-714D44F457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4AFA1F65-3994-40E2-AD28-C582E49E39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8498D72B-12E6-4111-8136-E3DAB7E18A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1870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2E8E01F5-4B54-46CD-B6CD-686FA27414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6442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2EA8DA76-45A2-4395-8DEF-2D9D82563F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22E3461B-0765-43F2-9E4A-B2212DBCD6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5E966BAF-0927-4DE2-B8A0-8475B1DC29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D1787672-5463-4845-8086-37AA073C80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3EFD25D2-71FE-4C19-84E2-4CA1A4877C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B7B96A9E-C868-4A81-97E4-0647E48A3D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74A9A233-D2B8-4D22-9027-BD8DC207F0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BFE3440E-50BE-45E8-9376-4A9251BA73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644277"/>
                <a:ext cx="457200" cy="457200"/>
              </a:xfrm>
              <a:prstGeom prst="rect">
                <a:avLst/>
              </a:prstGeom>
              <a:solidFill>
                <a:srgbClr val="7030A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A19F23E1-9C0D-4554-9219-A2E9F0BF3E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4048C566-8383-4A7C-9228-7E578DE872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75499DC6-F1CA-4344-99A4-9951F748D6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234FF979-998C-4C41-AEE2-6394C1565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2254408D-2259-4B1F-B6C4-8720294854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DC6AED5A-FB50-4D83-B2F6-E4CFECA59A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A2A0D77E-3160-4E31-8616-8F836A3D12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B982A4CF-BF4B-440F-A388-9639C95EDC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644277"/>
                <a:ext cx="457200" cy="45720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E387CF08-2A57-4E62-B426-0746524F75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4438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latin typeface="MD Thaitype A" panose="00000400000000000000" pitchFamily="2" charset="0"/>
                  </a:rPr>
                  <a:t>100</a:t>
                </a: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99C7DD58-F46F-48CC-ADC3-F92550D079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901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 err="1">
                    <a:solidFill>
                      <a:schemeClr val="bg1">
                        <a:lumMod val="95000"/>
                      </a:schemeClr>
                    </a:solidFill>
                    <a:latin typeface="MD Thaitype A" panose="00000400000000000000" pitchFamily="2" charset="0"/>
                  </a:rPr>
                  <a:t>alm</a:t>
                </a:r>
                <a:endParaRPr lang="en-US" sz="2400" dirty="0">
                  <a:solidFill>
                    <a:schemeClr val="bg1">
                      <a:lumMod val="95000"/>
                    </a:schemeClr>
                  </a:solidFill>
                  <a:latin typeface="MD Thaitype A" panose="00000400000000000000" pitchFamily="2" charset="0"/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15B57CCA-C69F-4113-BDB0-1F9D240FC9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358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MD Thaitype A" panose="00000400000000000000" pitchFamily="2" charset="0"/>
                  </a:rPr>
                  <a:t>110</a:t>
                </a: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989A0916-5333-444A-B2EE-4CD2007145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8154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MD Thaitype A" panose="00000400000000000000" pitchFamily="2" charset="0"/>
                  </a:rPr>
                  <a:t>max</a:t>
                </a:r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950E9642-6A70-4EF7-89ED-46624A5AAC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187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effectLst>
                      <a:glow rad="1016000">
                        <a:schemeClr val="accent1">
                          <a:alpha val="67000"/>
                        </a:schemeClr>
                      </a:glow>
                    </a:effectLst>
                    <a:latin typeface="MD Thaitype A" panose="00000400000000000000" pitchFamily="2" charset="0"/>
                  </a:rPr>
                  <a:t>60</a:t>
                </a:r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7D5FC32D-5384-4E14-8737-D2AB949017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644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effectLst>
                      <a:glow rad="1016000">
                        <a:schemeClr val="accent1">
                          <a:alpha val="67000"/>
                        </a:schemeClr>
                      </a:glow>
                    </a:effectLst>
                    <a:latin typeface="MD Thaitype A" panose="00000400000000000000" pitchFamily="2" charset="0"/>
                  </a:rPr>
                  <a:t>min</a:t>
                </a:r>
              </a:p>
            </p:txBody>
          </p:sp>
        </p:grp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33E5044-9E56-4595-9E6E-7479B86772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66842" y="4678703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AF18315-3133-4614-978F-DCB4BDB937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8283" y="4678703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MD Thaitype A" panose="00000400000000000000" pitchFamily="2" charset="0"/>
                </a:rPr>
                <a:t>-RANGE-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46F92977-F9CA-44E4-B39E-737DC6098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36772" y="4644277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C829F2A-07C4-49CD-AB03-994752F6F6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35240" y="2672242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effectLst>
                    <a:glow rad="1016000">
                      <a:schemeClr val="accent1">
                        <a:alpha val="67000"/>
                      </a:schemeClr>
                    </a:glow>
                  </a:effectLst>
                  <a:latin typeface="MD Thaitype A" panose="00000400000000000000" pitchFamily="2" charset="0"/>
                </a:rPr>
                <a:t>RANGE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815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B77D14D-1CCF-4C17-A108-A24D4F13C705}"/>
              </a:ext>
            </a:extLst>
          </p:cNvPr>
          <p:cNvGrpSpPr/>
          <p:nvPr/>
        </p:nvGrpSpPr>
        <p:grpSpPr>
          <a:xfrm>
            <a:off x="688731" y="1014382"/>
            <a:ext cx="4962524" cy="4829235"/>
            <a:chOff x="6096000" y="1299537"/>
            <a:chExt cx="4962524" cy="4829235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5F13F68-9A32-4523-A774-273184CD66C0}"/>
                </a:ext>
              </a:extLst>
            </p:cNvPr>
            <p:cNvGrpSpPr/>
            <p:nvPr/>
          </p:nvGrpSpPr>
          <p:grpSpPr>
            <a:xfrm>
              <a:off x="6096000" y="1299537"/>
              <a:ext cx="4962524" cy="4829235"/>
              <a:chOff x="762073" y="1281952"/>
              <a:chExt cx="4962524" cy="4829235"/>
            </a:xfrm>
          </p:grpSpPr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1058C71D-063C-4480-800A-42094D50DA72}"/>
                  </a:ext>
                </a:extLst>
              </p:cNvPr>
              <p:cNvSpPr txBox="1"/>
              <p:nvPr/>
            </p:nvSpPr>
            <p:spPr>
              <a:xfrm>
                <a:off x="2239054" y="5711077"/>
                <a:ext cx="21226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EXIT SETUP MODE</a:t>
                </a: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00C551B-49AA-4E34-AD82-FB92DDC449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073" y="1281952"/>
                <a:ext cx="4962524" cy="3971925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b="1" dirty="0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1D5FBC27-5464-4B81-B7F3-0C7C6C856A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09D5D495-C304-473B-8654-D501BA6EF2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5761AA93-46AA-43D4-9760-529C633CAF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DE3BA76B-B384-4789-8ADE-53A5DA6A92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01D7AC70-F6AB-4D10-82AC-8B1F872756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48E56E7A-10EE-444E-B854-C863BA870F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37298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861E55D-F4BC-4D30-8A41-CFF65F5F48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1870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68B78CC-9A5D-4C5F-B41E-40F202B45A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4598" y="4644277"/>
                <a:ext cx="457200" cy="457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23D23C3-6451-426B-B5AE-229B24C0B7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9C8A5FF3-0189-4322-B566-F0F5991FFF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00A52F3E-962A-4CB0-88E1-CE118B10F9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04E6980B-49D2-475A-B3B8-8B18A9C6E8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28154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8589F61E-A94D-461B-AA23-09366CC16D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2726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D75B6D06-D63D-494B-A0B7-3DCEE1B0D8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37298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EAF9A08B-0631-43BE-828D-75C57B81C1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1870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1FE3096F-1521-46AB-B882-6AE4D77EDC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1798" y="4644277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240790E7-5C66-4E4D-804A-8716A13145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515A16B4-1296-420B-A413-E6ECEBDC64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B73D7A4E-76BD-4A40-A0D8-E53AFF5721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31023C36-F26C-4774-A36C-9F43C558FF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B26BDEAD-6053-49D0-B484-0E1F1AEA95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E3CA5023-F823-4662-B819-3851CDE65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37298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C58240B4-2984-41D9-A2E6-520F727888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1870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BF07AD4F-978B-4213-AA63-CE4AD80542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8998" y="4644277"/>
                <a:ext cx="457200" cy="457200"/>
              </a:xfrm>
              <a:prstGeom prst="rect">
                <a:avLst/>
              </a:prstGeom>
              <a:solidFill>
                <a:srgbClr val="00B05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CF9ABAAF-0EEE-4A96-9B12-DA9E86A25A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E20DE6DF-2B02-4E8D-88F0-ED3D05CB9A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09014A92-04AE-46EC-9195-3F9BDF93F8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0E97B222-50E3-4611-87A8-4C7B054142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1597E0CC-1E9A-4BB5-ADAC-9AE22D0534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025DF60B-C79D-40C3-826A-A3610B5706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CF87890C-0E23-4B03-ACD9-20E09BA73A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1870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34ED6C25-66CC-42C5-8753-39A03AB8A3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6198" y="4644277"/>
                <a:ext cx="457200" cy="457200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5E236061-91C2-4B73-87EC-3F67C8C39A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224197CB-3BAC-40F6-9590-A4A81A9593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0B39934D-370E-43FA-8F1B-5028089B7A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8E4F0248-66CD-4EC8-A7CE-D1FC05FB41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05E5C774-29DF-423B-9F0E-39D4C7D5BC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7783F70E-8FDC-454C-8C53-669FA501AA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37298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43FC1595-28F1-4BDF-A24A-8EC11F6D7B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1870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8B0112D4-165A-4CFD-98B1-A172C52387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3398" y="4644277"/>
                <a:ext cx="457200" cy="457200"/>
              </a:xfrm>
              <a:prstGeom prst="rect">
                <a:avLst/>
              </a:prstGeom>
              <a:solidFill>
                <a:srgbClr val="FFC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0952BFB3-F23D-4E6E-9B9C-4CB7C6E633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B188B19F-807E-412E-86C4-210B4F4676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0A84D7C6-042D-4459-A066-407BCBFE20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D75BB0C7-B7C8-4C08-A4B0-F1C6533818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0F5057CE-FA40-474F-BA40-01BDC3A0B8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01DD4174-3055-4814-B8F8-BC49EF7D35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B7EBBFC-72BF-4DA0-928C-1CE899BA1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1870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4A2D8ED8-891E-4A57-8D89-D4D0F9D778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00598" y="4644277"/>
                <a:ext cx="45720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E39DFB21-1F9C-48D7-9262-3C4C828508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F7253E6D-96A4-458D-84A1-B81D0D3FF2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4B932BF1-0F0A-4A67-A042-10E436D637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8A951A34-3262-4F65-8EE4-8F84A7CE61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534A8AA-8FFA-4696-80F6-30C8F737F3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E7804FC1-9F82-48CB-844C-B8E261D000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EA44A14C-E9BF-42A4-B145-AD78D74DC8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21D328DA-5EDF-4AE3-9C59-B7E5CE9D5C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57798" y="4644277"/>
                <a:ext cx="457200" cy="457200"/>
              </a:xfrm>
              <a:prstGeom prst="rect">
                <a:avLst/>
              </a:prstGeom>
              <a:solidFill>
                <a:srgbClr val="7030A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7E24745-2352-4A3F-8E85-D1304A99D5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443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0914D94C-1EB4-4FB4-B25E-B190061BB4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1901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35EA0CA5-DF15-48E1-8540-46E2FD530B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3582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58A790C6-1089-4A02-93E8-ECE9CF8E43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28154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AC484D67-A9A0-4B2E-BD00-699174BFDE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2726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67A44720-B99F-4105-92F5-A63C367548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37298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E066AC71-DC08-4B98-B924-E2E36047A1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187077"/>
                <a:ext cx="4572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456002FA-B1EC-4D86-814E-D3C02D29F6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14998" y="4644277"/>
                <a:ext cx="457200" cy="45720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CA6EDC91-ADDD-4F3A-9292-694C161772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4438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latin typeface="MD Thaitype A" panose="00000400000000000000" pitchFamily="2" charset="0"/>
                  </a:rPr>
                  <a:t>100</a:t>
                </a: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81558D00-9B69-4A61-B749-687FA3B9FC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1901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 err="1">
                    <a:latin typeface="MD Thaitype A" panose="00000400000000000000" pitchFamily="2" charset="0"/>
                  </a:rPr>
                  <a:t>alm</a:t>
                </a:r>
                <a:endParaRPr lang="en-US" sz="2400" dirty="0">
                  <a:latin typeface="MD Thaitype A" panose="00000400000000000000" pitchFamily="2" charset="0"/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C8AE5096-9399-47C7-A0CA-611D393B11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358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effectLst>
                      <a:glow>
                        <a:schemeClr val="accent1"/>
                      </a:glow>
                    </a:effectLst>
                    <a:latin typeface="MD Thaitype A" panose="00000400000000000000" pitchFamily="2" charset="0"/>
                  </a:rPr>
                  <a:t>110</a:t>
                </a: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26021FDE-5123-4D4A-A87D-5821AE88C9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28154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  <a:effectLst>
                      <a:glow>
                        <a:schemeClr val="accent1"/>
                      </a:glow>
                    </a:effectLst>
                    <a:latin typeface="MD Thaitype A" panose="00000400000000000000" pitchFamily="2" charset="0"/>
                  </a:rPr>
                  <a:t>max</a:t>
                </a: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802DC7AA-44E6-4AC2-8547-371676DAEA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1870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MD Thaitype A" panose="00000400000000000000" pitchFamily="2" charset="0"/>
                  </a:rPr>
                  <a:t>60</a:t>
                </a: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5499B0D6-B4A6-454A-B5E7-FF945FD70F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3523" y="4644277"/>
                <a:ext cx="914400" cy="457200"/>
              </a:xfrm>
              <a:prstGeom prst="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MD Thaitype A" panose="00000400000000000000" pitchFamily="2" charset="0"/>
                  </a:rPr>
                  <a:t>min</a:t>
                </a:r>
              </a:p>
            </p:txBody>
          </p:sp>
        </p:grp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F2746CCE-C0C2-492E-861F-6EA0812B5E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66842" y="4678703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EFF794E9-DBF5-4883-9D1E-DB0E9E7E4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8283" y="4678703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MD Thaitype A" panose="00000400000000000000" pitchFamily="2" charset="0"/>
                </a:rPr>
                <a:t>-RANGE-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1FEB284D-CACF-4914-98E7-E7A028143F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36772" y="4644277"/>
              <a:ext cx="9144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07F6E73-2C5B-4AD4-9D7C-F4BE511A64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35240" y="2672242"/>
              <a:ext cx="1371600" cy="457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effectLst>
                    <a:glow rad="1016000">
                      <a:schemeClr val="accent1">
                        <a:alpha val="67000"/>
                      </a:schemeClr>
                    </a:glow>
                  </a:effectLst>
                  <a:latin typeface="MD Thaitype A" panose="00000400000000000000" pitchFamily="2" charset="0"/>
                </a:rPr>
                <a:t>RESUME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9833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A5C3218-5AEC-42A3-9998-862825465A04}"/>
              </a:ext>
            </a:extLst>
          </p:cNvPr>
          <p:cNvGrpSpPr/>
          <p:nvPr/>
        </p:nvGrpSpPr>
        <p:grpSpPr>
          <a:xfrm>
            <a:off x="762073" y="1281952"/>
            <a:ext cx="4962524" cy="4829235"/>
            <a:chOff x="762073" y="1281952"/>
            <a:chExt cx="4962524" cy="4829235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9937CCE5-BE17-406E-9BF3-B9D4DBA3D2AA}"/>
                </a:ext>
              </a:extLst>
            </p:cNvPr>
            <p:cNvSpPr txBox="1"/>
            <p:nvPr/>
          </p:nvSpPr>
          <p:spPr>
            <a:xfrm>
              <a:off x="2637753" y="5711077"/>
              <a:ext cx="12968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FOCUS ON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4EF2F75D-B37A-4561-A8D5-AB1DADBAED26}"/>
                </a:ext>
              </a:extLst>
            </p:cNvPr>
            <p:cNvSpPr>
              <a:spLocks/>
            </p:cNvSpPr>
            <p:nvPr/>
          </p:nvSpPr>
          <p:spPr>
            <a:xfrm>
              <a:off x="762073" y="1281952"/>
              <a:ext cx="4962524" cy="3971925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7B4E46-CB89-454A-B3AF-07FBD29AE3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D66DD8-4A17-4BA7-A672-22A1D98C02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9010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CC4F42-B945-43EA-93BE-960F338E66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3582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D7A697-622C-419C-B799-26A6858B8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759DDA-E73E-4387-8ACB-7BF783016C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AC7BDB-60A5-4182-9E07-4D8660303A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F8881F-427F-4FD1-9A71-3C3546AD39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187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0A510D-CC8A-4E47-B0FC-3CB857546E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95ECBF-73C4-4C8A-BA4F-B27ABFA113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2ADB09-B37F-4C06-A264-D79B91F689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9010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CB4C094-E8B2-41C1-8044-86F3C7C463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3582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87D8CC3-F6D3-4E2A-9566-85526A1F56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4912C9-68B1-479F-BFB9-CCCBFDA1A6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B979C1-ACAD-4078-9105-B8569D2829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D049480-999B-4BF6-9B06-5A8D0EA50B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187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884572B-7114-40EC-8495-A5451535C8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6442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FBDE58-9E06-4960-989C-EFD3D24D54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4438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2A6029-3FA7-4947-AF43-A38A16542A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901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CD460B0-46A2-4964-9C34-4F63EA1994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3582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DDFBFAD-670A-4748-A94D-1E64E80B15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06B4D85-197E-440D-B794-96A8B03218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2726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5BF368-B718-48E9-884D-B3383E52FE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C9D531D-0832-4F71-86C7-BF8E3BF237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187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EBC9BF6-B4EB-45D0-B67A-175E79F6DE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6442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0A880D-0491-42A2-8F0F-F7B39FF129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443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99C62F6-97E1-4518-AC68-47A9772DA6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901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1ED2F2D-63A6-478A-A2F9-3D66A20AC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3582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107CBB-56AA-4B6B-BC5D-3AE2491552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8154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66BE8E-751B-45CD-BB51-73ECD5B2B6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2726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5B2EF43-4C0E-44AF-B6F0-794CD87060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6EEBE39-E07C-491E-B3F4-0A880A5E05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187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7303390-C824-4C4B-8E19-DC1FEB48B7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6442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1EE90D3-97C9-449A-B134-F8A4BD7B3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443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936415E-0A71-43F6-86FE-E41B288821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901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D80769-6DDA-4338-B35E-1DE00E2A34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3582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5F19497-C9C3-444F-BFAC-A88B036ADE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8154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A8D0D92-D4E1-4221-9911-40F3AA5404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2726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9C3B906-7CBE-4EE5-83E6-C922B5A76A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2D325EC-4CEA-40FE-A218-A94A1710F5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187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5CCE92F-39E5-4B19-BE86-7E3D32FA6F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6442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B76CA8-82B8-41A1-AAC1-AC4C062368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443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9A10109-6F06-4846-95B5-7958A364AC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9010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A76E73A-C224-4663-9CE1-4C7C793E73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3582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F764991-2B02-4E86-AA38-1CDB25A2F6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8154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32622D-CC0B-4057-A819-1B014FB59D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2726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F10F818-3FA7-4D36-8B6A-AB493A96EA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585CA73-CB4F-4F1D-A538-B003A8318B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1870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BBC018E-5D41-4385-BDAC-F95795D04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80F28B1-A065-4CF8-8133-6C57377A73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443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C96F65-B19F-49D8-AEB2-AB139D0E79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9010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20BFCCA-519E-4ED8-80EE-D6232EC7F0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3582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213AA0-4164-41F9-B9EE-409EE3F931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8154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4BE9BA4-5ECF-46A1-BBBD-CAC74AEC05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2726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3A1FC7C-64E5-434E-A6D7-970B4585A2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0D1CF15-53CE-4CE6-9080-C8FFB6C4D9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1870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8842A85-08FB-4035-9750-FF47242556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0049369-2BBD-41B4-9382-CA33DAF607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443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02D62D3-9672-47F9-8E5A-3E7220E866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9010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F12556C-8983-41DF-902F-FA01A25653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3582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A52C980-0C05-4498-B96D-51E8574BDC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8154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7F1F9D3-74AA-4167-97C8-8C16679E60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2726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E6B4691-EED4-4586-A08F-624BFB39F0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7298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CF27C63-F0D2-43B6-9971-FD3A6BE4C0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187077"/>
              <a:ext cx="457200" cy="457200"/>
            </a:xfrm>
            <a:prstGeom prst="rect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55D4C3C-9613-4C77-895A-481C0D90E8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D7491347-9876-4208-B720-26730B023B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443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latin typeface="MD Thaitype A" panose="00000400000000000000" pitchFamily="2" charset="0"/>
                </a:rPr>
                <a:t>100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0F25BEA0-5842-4995-B7A9-667689FA3E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901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latin typeface="MD Thaitype A" panose="00000400000000000000" pitchFamily="2" charset="0"/>
                </a:rPr>
                <a:t>alm</a:t>
              </a:r>
              <a:endParaRPr lang="en-US" sz="2400" dirty="0">
                <a:latin typeface="MD Thaitype A" panose="00000400000000000000" pitchFamily="2" charset="0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E21DA48-6394-4971-B230-2C043DE1EB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358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122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D60F1FA-FF2C-4B4E-90B4-CD01200C32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8154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max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4781FBEA-B19C-4571-B084-DEE2F0523D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2726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FF00"/>
                  </a:solidFill>
                  <a:latin typeface="MD Thaitype A" panose="00000400000000000000" pitchFamily="2" charset="0"/>
                </a:rPr>
                <a:t>94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CDD69344-0281-4AD3-AC1E-26166AD406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729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rgbClr val="FFFF00"/>
                  </a:solidFill>
                  <a:latin typeface="MD Thaitype A" panose="00000400000000000000" pitchFamily="2" charset="0"/>
                </a:rPr>
                <a:t>ave</a:t>
              </a:r>
              <a:endParaRPr lang="en-US" sz="2400" dirty="0">
                <a:solidFill>
                  <a:srgbClr val="FFFF00"/>
                </a:solidFill>
                <a:latin typeface="MD Thaitype A" panose="00000400000000000000" pitchFamily="2" charset="0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36F99222-CD99-40CD-AF63-F032BA60E7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187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73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8B2CCB17-3AB5-4D75-B298-909AC0887C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644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min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7EE5632-63B6-438F-B70B-6DC8D61F3863}"/>
              </a:ext>
            </a:extLst>
          </p:cNvPr>
          <p:cNvGrpSpPr/>
          <p:nvPr/>
        </p:nvGrpSpPr>
        <p:grpSpPr>
          <a:xfrm>
            <a:off x="6450696" y="1308329"/>
            <a:ext cx="4962524" cy="4829235"/>
            <a:chOff x="762073" y="1281952"/>
            <a:chExt cx="4962524" cy="4829235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520BCE44-FEE2-492E-B8F0-556917F8272E}"/>
                </a:ext>
              </a:extLst>
            </p:cNvPr>
            <p:cNvSpPr txBox="1"/>
            <p:nvPr/>
          </p:nvSpPr>
          <p:spPr>
            <a:xfrm>
              <a:off x="1626679" y="5711077"/>
              <a:ext cx="3319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FOCUS OFF (DEFAULT RANGE)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67ECD212-E4B8-4BF4-920C-86B045EAD539}"/>
                </a:ext>
              </a:extLst>
            </p:cNvPr>
            <p:cNvSpPr>
              <a:spLocks/>
            </p:cNvSpPr>
            <p:nvPr/>
          </p:nvSpPr>
          <p:spPr>
            <a:xfrm>
              <a:off x="762073" y="1281952"/>
              <a:ext cx="4962524" cy="3971925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dirty="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F9938CFE-AAC0-4D25-894C-DF497263C4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465DF9DA-DCD3-4964-BF39-619F412565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1901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C6DFF67-1249-421A-8B75-FEBBA3C43E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358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9FE1C21-95C8-489E-B509-4ED0A9709D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28154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91D524F-2F08-4FCC-B876-FD13D53AE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2726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C8A093C3-2D03-4FE8-884C-63D19ABBCE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DB79D15-26E0-475E-810B-8509CFE8D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DBDF0F5-1906-4216-BE93-0D777D1910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14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9EC493E-DCB6-4C39-9959-BD784C2791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F5F516B4-1201-46DB-87E3-0352C41B8D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1901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97B69E62-E3C2-4B82-9665-C07E91E965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3582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0E558FBF-B612-4219-9536-3F5ABF6A19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28154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37F34373-CEC6-4374-813E-F9FE639E13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2726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18DC407-DF13-4B17-A6D0-1A5262DB27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6EEC9503-63CB-4DC0-BE98-FA044E9A7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2937D6A-92DF-489F-8C57-2C0081D33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17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51865449-1B07-4B2D-989F-9F2EAFC88A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4438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B3A7CF33-EF0F-486C-9438-51A83C1DC1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1901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BD88D800-DC2E-4235-8D4A-A51838F278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3582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60449559-770C-44FB-B8BD-833D7CB35B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28154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536248D7-DD7C-46F1-8431-279C38987F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AFE32EBC-1D15-4DA4-8A3C-62B4C8A93F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3FEECFBD-DE1E-493E-906E-8BB1C7266B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1870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53017626-BBA2-4450-81D8-F117E8546A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8998" y="46442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2CA9119F-5F53-48B7-9A18-EE401FF5B0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C4ADB342-CA54-45C3-BBBD-A7BF8E92A6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1901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7839274E-E03C-4295-8B76-DE528323CC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3582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8C420DBA-CB59-47BD-9C05-7E6A108F39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75DD1BB9-6D87-4C1C-8503-4ED2E93341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52D6884C-2BD1-4480-B0EA-06B18D5210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C6D405F7-FB1B-4F35-82C3-F4AC06649A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187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29806FC1-E161-4397-8CC0-225B44DBC0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6198" y="4644277"/>
              <a:ext cx="457200" cy="457200"/>
            </a:xfrm>
            <a:prstGeom prst="rect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691C60EA-8840-44FA-92F6-77F44830C5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D23208AE-6489-44C2-860D-95213C25E8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1901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0802FB53-52F7-4AFE-B765-AF8D3D4DD9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3582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3B5A60C1-C0A7-4168-BBD2-893B12B0A5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7539875-60C9-44A1-BD3F-291C0A8C03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2726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94C3FDCB-54F3-4115-AF2B-41EBB2FF10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C9C0FE0F-A5BD-4977-BDC3-D4039F5CD6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1870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9D255494-52CD-4FDA-B1ED-15189700CA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33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E68A86E5-83A8-4882-9E7F-E74AE603DD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8CA5717B-038D-4BAF-899D-B21A722B5C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19010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24D40DAA-543D-48CC-BFF5-259EE92685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358277"/>
              <a:ext cx="457200" cy="457200"/>
            </a:xfrm>
            <a:prstGeom prst="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0F795F53-EFC9-4C5D-AC76-1026C16305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28154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6E8BB00A-7909-4B09-99F8-721C7CEFCC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272677"/>
              <a:ext cx="457200" cy="457200"/>
            </a:xfrm>
            <a:prstGeom prst="rect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0639966B-1278-494B-9B6A-1A1C3DAAED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03557FE9-87DB-45DB-90F6-6717230299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45F2CB78-4F66-45F1-BA35-77DD202838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5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A40801CF-6AD1-41CA-944A-15BD9B17C4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726F5F23-4593-48CB-9258-7FF3B4CEB9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1901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ACAE4BE3-18AD-436E-AAC9-5AA53219CC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3582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5782636B-6F2C-4446-8C7F-2962E6FF2E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2815477"/>
              <a:ext cx="457200" cy="457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AFB31506-CE7C-47FD-9F3B-B7947B0B5F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089ED495-C8AB-4C13-A1ED-0DD02B0721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3CF6EE42-A118-4B27-86EA-4A02E4CC89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B2EB2303-7A64-4B22-9DE7-6D711BAE41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77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984E23EF-BF8F-4CB4-8239-C512806E2A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443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56B1C54D-D826-45BD-A436-C012BF616B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19010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1862EA6D-F49B-4E3C-B21C-88B1555843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358277"/>
              <a:ext cx="457200" cy="457200"/>
            </a:xfrm>
            <a:prstGeom prst="rect">
              <a:avLst/>
            </a:prstGeom>
            <a:solidFill>
              <a:srgbClr val="FFFF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4D622052-BDD9-48BD-9A25-68FB20E6D9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28154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C9330A2E-4FBB-4658-A3C4-3917841DCF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272677"/>
              <a:ext cx="457200" cy="45720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2B19BF25-E1DF-4E58-9B05-AEAB2B638F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3729877"/>
              <a:ext cx="4572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3685610A-239F-430A-B862-68867588C6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1870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087F7FBE-3CF4-4935-88A9-3A8356671D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14998" y="4644277"/>
              <a:ext cx="4572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3280E048-AEA1-4345-BFCD-10D79345AF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443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latin typeface="MD Thaitype A" panose="00000400000000000000" pitchFamily="2" charset="0"/>
                </a:rPr>
                <a:t>100</a:t>
              </a: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B664B417-0B9E-4455-AD61-D508F0F2CE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1901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latin typeface="MD Thaitype A" panose="00000400000000000000" pitchFamily="2" charset="0"/>
                </a:rPr>
                <a:t>alm</a:t>
              </a:r>
              <a:endParaRPr lang="en-US" sz="2400" dirty="0">
                <a:latin typeface="MD Thaitype A" panose="00000400000000000000" pitchFamily="2" charset="0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B057D891-7C25-4A70-A3C6-064B387450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358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122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1ADE5E3E-8796-4609-932B-586BFA32BD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28154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max</a:t>
              </a: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E2781975-FFF2-43A5-9B6B-BC1E148073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2726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FFFF00"/>
                  </a:solidFill>
                  <a:latin typeface="MD Thaitype A" panose="00000400000000000000" pitchFamily="2" charset="0"/>
                </a:rPr>
                <a:t>94</a:t>
              </a: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BC14CDA2-6C4F-48A5-B70E-227F8E9CC9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37298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rgbClr val="FFFF00"/>
                  </a:solidFill>
                  <a:latin typeface="MD Thaitype A" panose="00000400000000000000" pitchFamily="2" charset="0"/>
                </a:rPr>
                <a:t>ave</a:t>
              </a:r>
              <a:endParaRPr lang="en-US" sz="2400" dirty="0">
                <a:solidFill>
                  <a:srgbClr val="FFFF00"/>
                </a:solidFill>
                <a:latin typeface="MD Thaitype A" panose="00000400000000000000" pitchFamily="2" charset="0"/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97E23322-33E8-4567-8C6B-1B63CF3464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1870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73</a:t>
              </a: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127268B9-A4FD-49FF-B48B-B25E840EE4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523" y="4644277"/>
              <a:ext cx="914400" cy="457200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min</a:t>
              </a:r>
            </a:p>
          </p:txBody>
        </p:sp>
      </p:grpSp>
      <p:sp>
        <p:nvSpPr>
          <p:cNvPr id="318" name="Rectangle 317">
            <a:extLst>
              <a:ext uri="{FF2B5EF4-FFF2-40B4-BE49-F238E27FC236}">
                <a16:creationId xmlns:a16="http://schemas.microsoft.com/office/drawing/2014/main" id="{8994F29C-6AB8-4446-BD44-77D7CBF5BAAE}"/>
              </a:ext>
            </a:extLst>
          </p:cNvPr>
          <p:cNvSpPr>
            <a:spLocks noChangeAspect="1"/>
          </p:cNvSpPr>
          <p:nvPr/>
        </p:nvSpPr>
        <p:spPr>
          <a:xfrm>
            <a:off x="2869297" y="2837091"/>
            <a:ext cx="13716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>
                  <a:glow rad="1016000">
                    <a:schemeClr val="accent1">
                      <a:alpha val="67000"/>
                    </a:schemeClr>
                  </a:glow>
                </a:effectLst>
                <a:latin typeface="MD Thaitype A" panose="00000400000000000000" pitchFamily="2" charset="0"/>
              </a:rPr>
              <a:t>FOCUS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00EB1167-1041-40BD-A37A-6A228AD25255}"/>
              </a:ext>
            </a:extLst>
          </p:cNvPr>
          <p:cNvSpPr>
            <a:spLocks noChangeAspect="1"/>
          </p:cNvSpPr>
          <p:nvPr/>
        </p:nvSpPr>
        <p:spPr>
          <a:xfrm>
            <a:off x="8786520" y="2799097"/>
            <a:ext cx="1371600" cy="4572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>
                  <a:glow rad="1016000">
                    <a:schemeClr val="accent1">
                      <a:alpha val="67000"/>
                    </a:schemeClr>
                  </a:glow>
                </a:effectLst>
                <a:latin typeface="MD Thaitype A" panose="00000400000000000000" pitchFamily="2" charset="0"/>
              </a:rPr>
              <a:t>ORIG</a:t>
            </a:r>
          </a:p>
        </p:txBody>
      </p:sp>
    </p:spTree>
    <p:extLst>
      <p:ext uri="{BB962C8B-B14F-4D97-AF65-F5344CB8AC3E}">
        <p14:creationId xmlns:p14="http://schemas.microsoft.com/office/powerpoint/2010/main" val="124507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481</Words>
  <Application>Microsoft Office PowerPoint</Application>
  <PresentationFormat>Widescreen</PresentationFormat>
  <Paragraphs>386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MD Thaitype 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Goolsbey</dc:creator>
  <cp:lastModifiedBy>Jan Goolsbey</cp:lastModifiedBy>
  <cp:revision>42</cp:revision>
  <dcterms:created xsi:type="dcterms:W3CDTF">2020-01-04T04:05:21Z</dcterms:created>
  <dcterms:modified xsi:type="dcterms:W3CDTF">2020-01-26T05:23:36Z</dcterms:modified>
</cp:coreProperties>
</file>