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37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7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8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1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5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0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4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9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5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3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0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2D465-532E-44B2-B0A4-1A8A7E756048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63901-8EA2-4626-A8C0-37C7C60E3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E2B62E-E01A-4E4C-B45F-9E50BFD04353}"/>
              </a:ext>
            </a:extLst>
          </p:cNvPr>
          <p:cNvGrpSpPr/>
          <p:nvPr/>
        </p:nvGrpSpPr>
        <p:grpSpPr>
          <a:xfrm>
            <a:off x="704408" y="200700"/>
            <a:ext cx="7871318" cy="6478661"/>
            <a:chOff x="704408" y="200700"/>
            <a:chExt cx="7871318" cy="6478661"/>
          </a:xfrm>
        </p:grpSpPr>
        <p:pic>
          <p:nvPicPr>
            <p:cNvPr id="27" name="Picture 26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1D5F3FB7-6E62-401A-ABEA-2D67883435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275" t="16483" r="7844" b="20955"/>
            <a:stretch/>
          </p:blipFill>
          <p:spPr>
            <a:xfrm>
              <a:off x="6239795" y="810522"/>
              <a:ext cx="1563626" cy="1253971"/>
            </a:xfrm>
            <a:prstGeom prst="rect">
              <a:avLst/>
            </a:prstGeom>
          </p:spPr>
        </p:pic>
        <p:pic>
          <p:nvPicPr>
            <p:cNvPr id="7" name="Picture 6" descr="A picture containing parking, small, car, black&#10;&#10;Description automatically generated">
              <a:extLst>
                <a:ext uri="{FF2B5EF4-FFF2-40B4-BE49-F238E27FC236}">
                  <a16:creationId xmlns:a16="http://schemas.microsoft.com/office/drawing/2014/main" id="{A4AD8921-7701-4257-91DD-466AAD4C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563" y="2286383"/>
              <a:ext cx="3593444" cy="212119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2CFD8C56-F9A9-4032-A3C4-74B3C5F1C1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9" t="12720" r="7568" b="19514"/>
            <a:stretch/>
          </p:blipFill>
          <p:spPr>
            <a:xfrm>
              <a:off x="798994" y="443247"/>
              <a:ext cx="3080552" cy="1358283"/>
            </a:xfrm>
            <a:prstGeom prst="rect">
              <a:avLst/>
            </a:prstGeom>
          </p:spPr>
        </p:pic>
        <p:pic>
          <p:nvPicPr>
            <p:cNvPr id="11" name="Picture 10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16D236B-4646-4064-8B95-3925DF2A98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4" t="16483" r="51444" b="20955"/>
            <a:stretch/>
          </p:blipFill>
          <p:spPr>
            <a:xfrm>
              <a:off x="5296902" y="551058"/>
              <a:ext cx="1526959" cy="1253971"/>
            </a:xfrm>
            <a:prstGeom prst="rect">
              <a:avLst/>
            </a:prstGeom>
          </p:spPr>
        </p:pic>
        <p:pic>
          <p:nvPicPr>
            <p:cNvPr id="13" name="Picture 12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74660C31-2653-4422-8432-650082A89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0265" r="5987" b="22807"/>
            <a:stretch/>
          </p:blipFill>
          <p:spPr>
            <a:xfrm>
              <a:off x="6982056" y="2634628"/>
              <a:ext cx="1568304" cy="1341447"/>
            </a:xfrm>
            <a:prstGeom prst="rect">
              <a:avLst/>
            </a:prstGeom>
          </p:spPr>
        </p:pic>
        <p:pic>
          <p:nvPicPr>
            <p:cNvPr id="15" name="Picture 14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87714356-4F05-41C1-876D-1E801041E4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0688" r="5987" b="26312"/>
            <a:stretch/>
          </p:blipFill>
          <p:spPr>
            <a:xfrm>
              <a:off x="6994739" y="5145820"/>
              <a:ext cx="1568304" cy="1262742"/>
            </a:xfrm>
            <a:prstGeom prst="rect">
              <a:avLst/>
            </a:prstGeom>
          </p:spPr>
        </p:pic>
        <p:pic>
          <p:nvPicPr>
            <p:cNvPr id="17" name="Picture 16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DFC87705-39C6-4807-AB40-3AB4928BE8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9" t="12240" r="51168" b="24760"/>
            <a:stretch/>
          </p:blipFill>
          <p:spPr>
            <a:xfrm>
              <a:off x="4893930" y="5145820"/>
              <a:ext cx="1568304" cy="1262742"/>
            </a:xfrm>
            <a:prstGeom prst="rect">
              <a:avLst/>
            </a:prstGeom>
          </p:spPr>
        </p:pic>
        <p:pic>
          <p:nvPicPr>
            <p:cNvPr id="19" name="Picture 18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DDE90977-840F-4E86-9547-86CF8CEA84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3" t="16806" r="4340" b="19345"/>
            <a:stretch/>
          </p:blipFill>
          <p:spPr>
            <a:xfrm>
              <a:off x="704408" y="5008197"/>
              <a:ext cx="3240351" cy="1279770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46E2962-131E-4897-953B-7B881874C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3349" y="1716041"/>
              <a:ext cx="1667022" cy="125523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16BA7B9-0615-40FF-89DF-7AE0987AB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660" y="1915289"/>
              <a:ext cx="1511602" cy="0"/>
            </a:xfrm>
            <a:prstGeom prst="straightConnector1">
              <a:avLst/>
            </a:prstGeom>
            <a:ln w="57150">
              <a:solidFill>
                <a:srgbClr val="00B0F0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2FD26A0-7FE7-44F8-8311-0CBF767CCA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956" y="1915290"/>
              <a:ext cx="833330" cy="1238080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33" name="Picture 32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9B5DE6D-3FC6-49FE-B80A-BF85A7A332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9" t="9353" r="51162" b="23720"/>
            <a:stretch/>
          </p:blipFill>
          <p:spPr>
            <a:xfrm>
              <a:off x="4783991" y="2634628"/>
              <a:ext cx="1669002" cy="1341447"/>
            </a:xfrm>
            <a:prstGeom prst="rect">
              <a:avLst/>
            </a:prstGeom>
          </p:spPr>
        </p:pic>
        <p:pic>
          <p:nvPicPr>
            <p:cNvPr id="37" name="Picture 36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B0D95E33-13CF-4AB4-9F6B-5CFCB98F3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05" t="12956" r="51170" b="24043"/>
            <a:stretch/>
          </p:blipFill>
          <p:spPr>
            <a:xfrm>
              <a:off x="6982056" y="3920057"/>
              <a:ext cx="1593670" cy="1262742"/>
            </a:xfrm>
            <a:prstGeom prst="rect">
              <a:avLst/>
            </a:prstGeom>
          </p:spPr>
        </p:pic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9C77B7D-4ED2-4C66-8641-D285D5C30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9716" y="3528452"/>
              <a:ext cx="1028580" cy="450542"/>
            </a:xfrm>
            <a:prstGeom prst="straightConnector1">
              <a:avLst/>
            </a:prstGeom>
            <a:ln w="57150">
              <a:solidFill>
                <a:srgbClr val="92D05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9264D53-474D-4D71-824D-35029EAEB03E}"/>
                </a:ext>
              </a:extLst>
            </p:cNvPr>
            <p:cNvCxnSpPr>
              <a:cxnSpLocks/>
            </p:cNvCxnSpPr>
            <p:nvPr/>
          </p:nvCxnSpPr>
          <p:spPr>
            <a:xfrm>
              <a:off x="6289858" y="3288687"/>
              <a:ext cx="873103" cy="0"/>
            </a:xfrm>
            <a:prstGeom prst="straightConnector1">
              <a:avLst/>
            </a:prstGeom>
            <a:ln w="57150">
              <a:solidFill>
                <a:srgbClr val="92D05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78C8FAE-06B6-4324-80E2-F17176DA305B}"/>
                </a:ext>
              </a:extLst>
            </p:cNvPr>
            <p:cNvCxnSpPr>
              <a:cxnSpLocks/>
            </p:cNvCxnSpPr>
            <p:nvPr/>
          </p:nvCxnSpPr>
          <p:spPr>
            <a:xfrm>
              <a:off x="6826788" y="3619087"/>
              <a:ext cx="0" cy="1924498"/>
            </a:xfrm>
            <a:prstGeom prst="straightConnector1">
              <a:avLst/>
            </a:prstGeom>
            <a:ln w="57150">
              <a:solidFill>
                <a:srgbClr val="92D050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2282731-52EB-444A-9A0A-CDF7C9880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9858" y="5777191"/>
              <a:ext cx="873104" cy="0"/>
            </a:xfrm>
            <a:prstGeom prst="straightConnector1">
              <a:avLst/>
            </a:prstGeom>
            <a:ln w="57150">
              <a:solidFill>
                <a:srgbClr val="92D05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9F7CFE16-9850-4D13-B306-7525287C33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6733" y="4892434"/>
              <a:ext cx="1511602" cy="0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893CB03-4955-40C4-BDF7-CFFAE133AD45}"/>
                </a:ext>
              </a:extLst>
            </p:cNvPr>
            <p:cNvCxnSpPr>
              <a:cxnSpLocks/>
            </p:cNvCxnSpPr>
            <p:nvPr/>
          </p:nvCxnSpPr>
          <p:spPr>
            <a:xfrm>
              <a:off x="1748902" y="4171098"/>
              <a:ext cx="435006" cy="721336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7E6973E-E038-44B8-8BAB-1303051A1D9D}"/>
                </a:ext>
              </a:extLst>
            </p:cNvPr>
            <p:cNvSpPr txBox="1"/>
            <p:nvPr/>
          </p:nvSpPr>
          <p:spPr>
            <a:xfrm>
              <a:off x="1244355" y="200700"/>
              <a:ext cx="2234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IMAGE</a:t>
              </a:r>
              <a:r>
                <a:rPr lang="en-US" dirty="0"/>
                <a:t> / </a:t>
              </a:r>
              <a:r>
                <a:rPr lang="en-US" b="1" dirty="0"/>
                <a:t>HISTOGRAM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A68A106-BAF3-4553-B3DF-F092640F20C6}"/>
                </a:ext>
              </a:extLst>
            </p:cNvPr>
            <p:cNvSpPr txBox="1"/>
            <p:nvPr/>
          </p:nvSpPr>
          <p:spPr>
            <a:xfrm>
              <a:off x="1378929" y="6287967"/>
              <a:ext cx="1747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FOCUS</a:t>
              </a:r>
              <a:r>
                <a:rPr lang="en-US" dirty="0"/>
                <a:t>/</a:t>
              </a:r>
              <a:r>
                <a:rPr lang="en-US" b="1" dirty="0"/>
                <a:t>DEFAULT</a:t>
              </a:r>
              <a:endParaRPr 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82A196D-074E-49B6-9BE9-E61B92E97283}"/>
                </a:ext>
              </a:extLst>
            </p:cNvPr>
            <p:cNvSpPr txBox="1"/>
            <p:nvPr/>
          </p:nvSpPr>
          <p:spPr>
            <a:xfrm>
              <a:off x="4826595" y="3920057"/>
              <a:ext cx="135325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SETUP</a:t>
              </a:r>
              <a:r>
                <a:rPr lang="en-US" dirty="0"/>
                <a:t>: </a:t>
              </a:r>
            </a:p>
            <a:p>
              <a:pPr algn="r"/>
              <a:r>
                <a:rPr lang="en-US" dirty="0"/>
                <a:t>ALARM</a:t>
              </a:r>
            </a:p>
            <a:p>
              <a:pPr algn="r"/>
              <a:r>
                <a:rPr lang="en-US" dirty="0"/>
                <a:t>MAX</a:t>
              </a:r>
            </a:p>
            <a:p>
              <a:pPr algn="r"/>
              <a:r>
                <a:rPr lang="en-US" dirty="0"/>
                <a:t>MIN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2E84BBA-CF9C-4D42-A2F8-B0FB07BA66DA}"/>
                </a:ext>
              </a:extLst>
            </p:cNvPr>
            <p:cNvSpPr txBox="1"/>
            <p:nvPr/>
          </p:nvSpPr>
          <p:spPr>
            <a:xfrm>
              <a:off x="5540503" y="1884828"/>
              <a:ext cx="729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HOLD</a:t>
              </a:r>
              <a:endParaRPr 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E9BADFE-4249-43AA-8CCE-31772A54B58D}"/>
                </a:ext>
              </a:extLst>
            </p:cNvPr>
            <p:cNvSpPr txBox="1"/>
            <p:nvPr/>
          </p:nvSpPr>
          <p:spPr>
            <a:xfrm>
              <a:off x="5805570" y="6371584"/>
              <a:ext cx="1735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HOLD button = select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167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Goolsbey</dc:creator>
  <cp:lastModifiedBy>Jan Goolsbey</cp:lastModifiedBy>
  <cp:revision>7</cp:revision>
  <dcterms:created xsi:type="dcterms:W3CDTF">2020-01-22T05:47:19Z</dcterms:created>
  <dcterms:modified xsi:type="dcterms:W3CDTF">2020-01-24T21:06:44Z</dcterms:modified>
</cp:coreProperties>
</file>