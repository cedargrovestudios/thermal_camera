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3" r:id="rId2"/>
    <p:sldId id="256" r:id="rId3"/>
    <p:sldId id="259" r:id="rId4"/>
    <p:sldId id="260" r:id="rId5"/>
    <p:sldId id="261" r:id="rId6"/>
    <p:sldId id="262" r:id="rId7"/>
    <p:sldId id="258" r:id="rId8"/>
    <p:sldId id="257" r:id="rId9"/>
    <p:sldId id="266" r:id="rId10"/>
    <p:sldId id="264" r:id="rId11"/>
    <p:sldId id="265" r:id="rId12"/>
    <p:sldId id="267" r:id="rId13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1" autoAdjust="0"/>
    <p:restoredTop sz="94660"/>
  </p:normalViewPr>
  <p:slideViewPr>
    <p:cSldViewPr snapToGrid="0">
      <p:cViewPr varScale="1">
        <p:scale>
          <a:sx n="83" d="100"/>
          <a:sy n="83" d="100"/>
        </p:scale>
        <p:origin x="210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8F28C-4EED-444C-A789-98B6444488EF}" type="datetimeFigureOut">
              <a:rPr lang="en-US" smtClean="0"/>
              <a:t>1/24/2020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F923-F521-4FCA-BDB2-8F8940831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110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8F28C-4EED-444C-A789-98B6444488EF}" type="datetimeFigureOut">
              <a:rPr lang="en-US" smtClean="0"/>
              <a:t>1/24/2020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F923-F521-4FCA-BDB2-8F8940831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500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8F28C-4EED-444C-A789-98B6444488EF}" type="datetimeFigureOut">
              <a:rPr lang="en-US" smtClean="0"/>
              <a:t>1/24/2020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F923-F521-4FCA-BDB2-8F8940831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843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8F28C-4EED-444C-A789-98B6444488EF}" type="datetimeFigureOut">
              <a:rPr lang="en-US" smtClean="0"/>
              <a:t>1/24/2020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F923-F521-4FCA-BDB2-8F8940831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001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8F28C-4EED-444C-A789-98B6444488EF}" type="datetimeFigureOut">
              <a:rPr lang="en-US" smtClean="0"/>
              <a:t>1/24/2020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F923-F521-4FCA-BDB2-8F8940831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307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8F28C-4EED-444C-A789-98B6444488EF}" type="datetimeFigureOut">
              <a:rPr lang="en-US" smtClean="0"/>
              <a:t>1/24/2020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F923-F521-4FCA-BDB2-8F8940831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595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8F28C-4EED-444C-A789-98B6444488EF}" type="datetimeFigureOut">
              <a:rPr lang="en-US" smtClean="0"/>
              <a:t>1/24/2020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F923-F521-4FCA-BDB2-8F8940831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766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8F28C-4EED-444C-A789-98B6444488EF}" type="datetimeFigureOut">
              <a:rPr lang="en-US" smtClean="0"/>
              <a:t>1/24/2020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F923-F521-4FCA-BDB2-8F8940831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22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8F28C-4EED-444C-A789-98B6444488EF}" type="datetimeFigureOut">
              <a:rPr lang="en-US" smtClean="0"/>
              <a:t>1/24/2020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F923-F521-4FCA-BDB2-8F8940831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238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8F28C-4EED-444C-A789-98B6444488EF}" type="datetimeFigureOut">
              <a:rPr lang="en-US" smtClean="0"/>
              <a:t>1/24/2020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F923-F521-4FCA-BDB2-8F8940831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434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8F28C-4EED-444C-A789-98B6444488EF}" type="datetimeFigureOut">
              <a:rPr lang="en-US" smtClean="0"/>
              <a:t>1/24/2020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F923-F521-4FCA-BDB2-8F8940831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934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8F28C-4EED-444C-A789-98B6444488EF}" type="datetimeFigureOut">
              <a:rPr lang="en-US" smtClean="0"/>
              <a:t>1/24/2020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B8F923-F521-4FCA-BDB2-8F8940831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273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roup 138">
            <a:extLst>
              <a:ext uri="{FF2B5EF4-FFF2-40B4-BE49-F238E27FC236}">
                <a16:creationId xmlns:a16="http://schemas.microsoft.com/office/drawing/2014/main" id="{689D0FF3-3FC1-472E-A70A-40DFEDBD25E5}"/>
              </a:ext>
            </a:extLst>
          </p:cNvPr>
          <p:cNvGrpSpPr/>
          <p:nvPr/>
        </p:nvGrpSpPr>
        <p:grpSpPr>
          <a:xfrm>
            <a:off x="301329" y="6593355"/>
            <a:ext cx="5767867" cy="1765991"/>
            <a:chOff x="542686" y="6910302"/>
            <a:chExt cx="5767867" cy="1765991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F44CC674-517C-4EDB-9069-7FEB3AB6E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1149290" y="6310840"/>
              <a:ext cx="1758849" cy="2972058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0E05371-09A8-4428-9233-6F8FD2CC0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3902424" y="6261022"/>
              <a:ext cx="1758849" cy="3057409"/>
            </a:xfrm>
            <a:prstGeom prst="rect">
              <a:avLst/>
            </a:prstGeom>
          </p:spPr>
        </p:pic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6B15EA59-577D-4FE4-A825-F87D61F4CE38}"/>
              </a:ext>
            </a:extLst>
          </p:cNvPr>
          <p:cNvGrpSpPr/>
          <p:nvPr/>
        </p:nvGrpSpPr>
        <p:grpSpPr>
          <a:xfrm>
            <a:off x="355119" y="4206673"/>
            <a:ext cx="6240626" cy="1778185"/>
            <a:chOff x="542684" y="4815170"/>
            <a:chExt cx="6240626" cy="177818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2B6B2AF-62BC-4279-A307-27229F20DB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6200000">
              <a:off x="5499991" y="4242096"/>
              <a:ext cx="710246" cy="1856393"/>
            </a:xfrm>
            <a:prstGeom prst="rect">
              <a:avLst/>
            </a:prstGeom>
          </p:spPr>
        </p:pic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4AED3214-592F-4048-8969-13726BA8B509}"/>
                </a:ext>
              </a:extLst>
            </p:cNvPr>
            <p:cNvGrpSpPr/>
            <p:nvPr/>
          </p:nvGrpSpPr>
          <p:grpSpPr>
            <a:xfrm>
              <a:off x="542684" y="4819930"/>
              <a:ext cx="4645971" cy="1773425"/>
              <a:chOff x="542684" y="4819930"/>
              <a:chExt cx="4645971" cy="1773425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23BAF083-0E32-4D5B-A526-5B7A397C1D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16200000">
                <a:off x="882566" y="4482431"/>
                <a:ext cx="1771042" cy="2450805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BCDEE7B3-ECDB-46AE-8352-891237EE74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 rot="16200000">
                <a:off x="3603558" y="3948126"/>
                <a:ext cx="713294" cy="2456901"/>
              </a:xfrm>
              <a:prstGeom prst="rect">
                <a:avLst/>
              </a:prstGeom>
            </p:spPr>
          </p:pic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3460CAA-9610-46B8-9B9A-8D6FD808A144}"/>
              </a:ext>
            </a:extLst>
          </p:cNvPr>
          <p:cNvGrpSpPr/>
          <p:nvPr/>
        </p:nvGrpSpPr>
        <p:grpSpPr>
          <a:xfrm>
            <a:off x="355119" y="1296736"/>
            <a:ext cx="6288605" cy="2301440"/>
            <a:chOff x="355119" y="1296736"/>
            <a:chExt cx="6288605" cy="230144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B3DB9A3-87A0-420E-B858-6F82F6CF67C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6200000">
              <a:off x="752918" y="898937"/>
              <a:ext cx="2301440" cy="3097037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6D9088C-429A-46ED-B90F-12F536D80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16200000">
              <a:off x="3796645" y="708511"/>
              <a:ext cx="2237426" cy="34567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18789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Decision 3">
            <a:extLst>
              <a:ext uri="{FF2B5EF4-FFF2-40B4-BE49-F238E27FC236}">
                <a16:creationId xmlns:a16="http://schemas.microsoft.com/office/drawing/2014/main" id="{12B73EDA-F56F-46D1-B6A1-5BD64D89A711}"/>
              </a:ext>
            </a:extLst>
          </p:cNvPr>
          <p:cNvSpPr>
            <a:spLocks noChangeAspect="1"/>
          </p:cNvSpPr>
          <p:nvPr/>
        </p:nvSpPr>
        <p:spPr>
          <a:xfrm>
            <a:off x="1837244" y="2265172"/>
            <a:ext cx="1371600" cy="918972"/>
          </a:xfrm>
          <a:prstGeom prst="flowChartDecision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Joystick on Board?</a:t>
            </a: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1A6ADA44-2E70-44B5-92B3-B9AE4A1F0550}"/>
              </a:ext>
            </a:extLst>
          </p:cNvPr>
          <p:cNvSpPr>
            <a:spLocks noChangeAspect="1"/>
          </p:cNvSpPr>
          <p:nvPr/>
        </p:nvSpPr>
        <p:spPr>
          <a:xfrm>
            <a:off x="1837244" y="1065841"/>
            <a:ext cx="1371600" cy="918972"/>
          </a:xfrm>
          <a:prstGeom prst="flowChartProcess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Import Libraries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87462796-BEE6-4ECB-8B33-F5FD6A8D0645}"/>
              </a:ext>
            </a:extLst>
          </p:cNvPr>
          <p:cNvSpPr>
            <a:spLocks noChangeAspect="1"/>
          </p:cNvSpPr>
          <p:nvPr/>
        </p:nvSpPr>
        <p:spPr>
          <a:xfrm>
            <a:off x="2294444" y="5887454"/>
            <a:ext cx="457200" cy="457200"/>
          </a:xfrm>
          <a:prstGeom prst="ellipse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414290B-7C2E-4C18-97FF-F3A59ACF60E1}"/>
              </a:ext>
            </a:extLst>
          </p:cNvPr>
          <p:cNvCxnSpPr>
            <a:cxnSpLocks/>
          </p:cNvCxnSpPr>
          <p:nvPr/>
        </p:nvCxnSpPr>
        <p:spPr>
          <a:xfrm>
            <a:off x="2523044" y="768983"/>
            <a:ext cx="0" cy="30075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06458235-0DE6-4E77-8B49-234AE0B530BE}"/>
              </a:ext>
            </a:extLst>
          </p:cNvPr>
          <p:cNvSpPr txBox="1"/>
          <p:nvPr/>
        </p:nvSpPr>
        <p:spPr>
          <a:xfrm>
            <a:off x="191378" y="7853818"/>
            <a:ext cx="37489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Power-Up</a:t>
            </a:r>
          </a:p>
          <a:p>
            <a:pPr lvl="1"/>
            <a:r>
              <a:rPr lang="en-US" b="1" dirty="0"/>
              <a:t>Import Libraries</a:t>
            </a:r>
          </a:p>
          <a:p>
            <a:pPr lvl="1"/>
            <a:r>
              <a:rPr lang="en-US" b="1" dirty="0"/>
              <a:t>Instantiate Devices and Font</a:t>
            </a:r>
          </a:p>
          <a:p>
            <a:pPr lvl="1"/>
            <a:r>
              <a:rPr lang="en-US" b="1" dirty="0"/>
              <a:t>Display Splash Screen</a:t>
            </a:r>
          </a:p>
        </p:txBody>
      </p:sp>
      <p:sp>
        <p:nvSpPr>
          <p:cNvPr id="72" name="Flowchart: Terminator 71">
            <a:extLst>
              <a:ext uri="{FF2B5EF4-FFF2-40B4-BE49-F238E27FC236}">
                <a16:creationId xmlns:a16="http://schemas.microsoft.com/office/drawing/2014/main" id="{EC9BF385-99B0-4EB8-8C32-8816C48BA642}"/>
              </a:ext>
            </a:extLst>
          </p:cNvPr>
          <p:cNvSpPr/>
          <p:nvPr/>
        </p:nvSpPr>
        <p:spPr>
          <a:xfrm>
            <a:off x="2065844" y="467231"/>
            <a:ext cx="914400" cy="301752"/>
          </a:xfrm>
          <a:prstGeom prst="flowChartTerminator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Start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911DEE5-6CC2-47D9-A1F9-A181390FC6BC}"/>
              </a:ext>
            </a:extLst>
          </p:cNvPr>
          <p:cNvCxnSpPr>
            <a:cxnSpLocks/>
          </p:cNvCxnSpPr>
          <p:nvPr/>
        </p:nvCxnSpPr>
        <p:spPr>
          <a:xfrm>
            <a:off x="2523044" y="1984813"/>
            <a:ext cx="0" cy="30075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1" name="Flowchart: Process 80">
            <a:extLst>
              <a:ext uri="{FF2B5EF4-FFF2-40B4-BE49-F238E27FC236}">
                <a16:creationId xmlns:a16="http://schemas.microsoft.com/office/drawing/2014/main" id="{AD9FA026-E9D6-43A1-B871-4035F936547B}"/>
              </a:ext>
            </a:extLst>
          </p:cNvPr>
          <p:cNvSpPr>
            <a:spLocks noChangeAspect="1"/>
          </p:cNvSpPr>
          <p:nvPr/>
        </p:nvSpPr>
        <p:spPr>
          <a:xfrm>
            <a:off x="3803707" y="2265172"/>
            <a:ext cx="1371600" cy="918972"/>
          </a:xfrm>
          <a:prstGeom prst="flowChartProcess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Set </a:t>
            </a:r>
            <a:r>
              <a:rPr lang="en-US" sz="1100" b="1" dirty="0" err="1"/>
              <a:t>Has_Joystick</a:t>
            </a:r>
            <a:endParaRPr lang="en-US" sz="1100" b="1" dirty="0"/>
          </a:p>
          <a:p>
            <a:pPr algn="ctr"/>
            <a:r>
              <a:rPr lang="en-US" sz="1100" b="1" dirty="0"/>
              <a:t>Parameter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E5B38DBD-167B-43B5-91F6-A73D15686B70}"/>
              </a:ext>
            </a:extLst>
          </p:cNvPr>
          <p:cNvCxnSpPr>
            <a:cxnSpLocks/>
            <a:stCxn id="4" idx="3"/>
            <a:endCxn id="81" idx="1"/>
          </p:cNvCxnSpPr>
          <p:nvPr/>
        </p:nvCxnSpPr>
        <p:spPr>
          <a:xfrm>
            <a:off x="3208844" y="2724658"/>
            <a:ext cx="594863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3" name="Flowchart: Process 82">
            <a:extLst>
              <a:ext uri="{FF2B5EF4-FFF2-40B4-BE49-F238E27FC236}">
                <a16:creationId xmlns:a16="http://schemas.microsoft.com/office/drawing/2014/main" id="{9283BB8B-1FB7-4DDF-B85E-544920B70CF2}"/>
              </a:ext>
            </a:extLst>
          </p:cNvPr>
          <p:cNvSpPr>
            <a:spLocks noChangeAspect="1"/>
          </p:cNvSpPr>
          <p:nvPr/>
        </p:nvSpPr>
        <p:spPr>
          <a:xfrm>
            <a:off x="1837244" y="3481002"/>
            <a:ext cx="1371600" cy="918972"/>
          </a:xfrm>
          <a:prstGeom prst="flowChartProcess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Instantiate Devices and Load Font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C2C7537A-3633-46C4-B893-F3C78C9D12C7}"/>
              </a:ext>
            </a:extLst>
          </p:cNvPr>
          <p:cNvCxnSpPr>
            <a:cxnSpLocks/>
          </p:cNvCxnSpPr>
          <p:nvPr/>
        </p:nvCxnSpPr>
        <p:spPr>
          <a:xfrm>
            <a:off x="2530351" y="4396079"/>
            <a:ext cx="0" cy="30075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ECD7CA3B-51E7-4985-8651-14B318371AB7}"/>
              </a:ext>
            </a:extLst>
          </p:cNvPr>
          <p:cNvCxnSpPr>
            <a:cxnSpLocks/>
          </p:cNvCxnSpPr>
          <p:nvPr/>
        </p:nvCxnSpPr>
        <p:spPr>
          <a:xfrm>
            <a:off x="2537658" y="3184144"/>
            <a:ext cx="0" cy="30075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F59990A8-81C8-466F-9A24-8A93129EEDE1}"/>
              </a:ext>
            </a:extLst>
          </p:cNvPr>
          <p:cNvCxnSpPr>
            <a:cxnSpLocks/>
            <a:stCxn id="81" idx="2"/>
          </p:cNvCxnSpPr>
          <p:nvPr/>
        </p:nvCxnSpPr>
        <p:spPr>
          <a:xfrm rot="5400000">
            <a:off x="3440651" y="2266538"/>
            <a:ext cx="131251" cy="1966463"/>
          </a:xfrm>
          <a:prstGeom prst="bentConnector2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0" name="Flowchart: Process 89">
            <a:extLst>
              <a:ext uri="{FF2B5EF4-FFF2-40B4-BE49-F238E27FC236}">
                <a16:creationId xmlns:a16="http://schemas.microsoft.com/office/drawing/2014/main" id="{B8DB319E-0893-4432-B79A-9096CE913319}"/>
              </a:ext>
            </a:extLst>
          </p:cNvPr>
          <p:cNvSpPr>
            <a:spLocks noChangeAspect="1"/>
          </p:cNvSpPr>
          <p:nvPr/>
        </p:nvSpPr>
        <p:spPr>
          <a:xfrm>
            <a:off x="1837244" y="4684228"/>
            <a:ext cx="1371600" cy="918972"/>
          </a:xfrm>
          <a:prstGeom prst="flowChartProcess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Display Welcome Screen and Tones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0F751D53-0465-4E10-B00C-D3A7BDF8FB07}"/>
              </a:ext>
            </a:extLst>
          </p:cNvPr>
          <p:cNvCxnSpPr>
            <a:cxnSpLocks/>
          </p:cNvCxnSpPr>
          <p:nvPr/>
        </p:nvCxnSpPr>
        <p:spPr>
          <a:xfrm>
            <a:off x="2530351" y="5599305"/>
            <a:ext cx="0" cy="30075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2" name="Flowchart: Data 91">
            <a:extLst>
              <a:ext uri="{FF2B5EF4-FFF2-40B4-BE49-F238E27FC236}">
                <a16:creationId xmlns:a16="http://schemas.microsoft.com/office/drawing/2014/main" id="{C7787955-C4C5-4EA7-929F-B9AD153AAEA6}"/>
              </a:ext>
            </a:extLst>
          </p:cNvPr>
          <p:cNvSpPr/>
          <p:nvPr/>
        </p:nvSpPr>
        <p:spPr>
          <a:xfrm>
            <a:off x="4032307" y="3636418"/>
            <a:ext cx="914400" cy="612648"/>
          </a:xfrm>
          <a:prstGeom prst="flowChartInputOutput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 dirty="0"/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941DE551-F870-46FD-9510-C714B515CCE2}"/>
              </a:ext>
            </a:extLst>
          </p:cNvPr>
          <p:cNvCxnSpPr>
            <a:cxnSpLocks/>
            <a:stCxn id="92" idx="2"/>
            <a:endCxn id="83" idx="3"/>
          </p:cNvCxnSpPr>
          <p:nvPr/>
        </p:nvCxnSpPr>
        <p:spPr>
          <a:xfrm flipH="1" flipV="1">
            <a:off x="3208844" y="3940488"/>
            <a:ext cx="914903" cy="225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59294BBF-6994-4C1F-A014-F9798D4D5E6E}"/>
              </a:ext>
            </a:extLst>
          </p:cNvPr>
          <p:cNvSpPr txBox="1"/>
          <p:nvPr/>
        </p:nvSpPr>
        <p:spPr>
          <a:xfrm>
            <a:off x="3786688" y="4213974"/>
            <a:ext cx="12057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OpenSans-9.bdf</a:t>
            </a:r>
          </a:p>
        </p:txBody>
      </p:sp>
      <p:sp>
        <p:nvSpPr>
          <p:cNvPr id="98" name="Flowchart: Data 97">
            <a:extLst>
              <a:ext uri="{FF2B5EF4-FFF2-40B4-BE49-F238E27FC236}">
                <a16:creationId xmlns:a16="http://schemas.microsoft.com/office/drawing/2014/main" id="{CED91AE6-08D4-4520-9351-D06B82052631}"/>
              </a:ext>
            </a:extLst>
          </p:cNvPr>
          <p:cNvSpPr/>
          <p:nvPr/>
        </p:nvSpPr>
        <p:spPr>
          <a:xfrm>
            <a:off x="4012195" y="4859460"/>
            <a:ext cx="914400" cy="612648"/>
          </a:xfrm>
          <a:prstGeom prst="flowChartInputOutput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 dirty="0"/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819C096C-C450-4E9F-9F74-2779A047C493}"/>
              </a:ext>
            </a:extLst>
          </p:cNvPr>
          <p:cNvCxnSpPr>
            <a:cxnSpLocks/>
            <a:stCxn id="98" idx="2"/>
          </p:cNvCxnSpPr>
          <p:nvPr/>
        </p:nvCxnSpPr>
        <p:spPr>
          <a:xfrm flipH="1" flipV="1">
            <a:off x="3188732" y="5163530"/>
            <a:ext cx="914903" cy="225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3D9397A9-0E5B-410E-B6E3-F04D149C71F7}"/>
              </a:ext>
            </a:extLst>
          </p:cNvPr>
          <p:cNvSpPr txBox="1"/>
          <p:nvPr/>
        </p:nvSpPr>
        <p:spPr>
          <a:xfrm>
            <a:off x="3473140" y="5434762"/>
            <a:ext cx="18444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thermal_cam_splash.bmp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2D3660-2E6C-4E28-85C1-14E452C6A8AF}"/>
              </a:ext>
            </a:extLst>
          </p:cNvPr>
          <p:cNvSpPr txBox="1"/>
          <p:nvPr/>
        </p:nvSpPr>
        <p:spPr>
          <a:xfrm>
            <a:off x="3121233" y="2479100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Yes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017E2E-086F-41F1-9B96-148F013DF497}"/>
              </a:ext>
            </a:extLst>
          </p:cNvPr>
          <p:cNvSpPr txBox="1"/>
          <p:nvPr/>
        </p:nvSpPr>
        <p:spPr>
          <a:xfrm>
            <a:off x="2187882" y="3088140"/>
            <a:ext cx="3497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598152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1A6ADA44-2E70-44B5-92B3-B9AE4A1F0550}"/>
              </a:ext>
            </a:extLst>
          </p:cNvPr>
          <p:cNvSpPr>
            <a:spLocks noChangeAspect="1"/>
          </p:cNvSpPr>
          <p:nvPr/>
        </p:nvSpPr>
        <p:spPr>
          <a:xfrm>
            <a:off x="1837244" y="1065841"/>
            <a:ext cx="1371600" cy="918972"/>
          </a:xfrm>
          <a:prstGeom prst="flowChartProcess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Define Sensor Min/Max Temperature Range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87462796-BEE6-4ECB-8B33-F5FD6A8D0645}"/>
              </a:ext>
            </a:extLst>
          </p:cNvPr>
          <p:cNvSpPr>
            <a:spLocks noChangeAspect="1"/>
          </p:cNvSpPr>
          <p:nvPr/>
        </p:nvSpPr>
        <p:spPr>
          <a:xfrm>
            <a:off x="2294444" y="5887454"/>
            <a:ext cx="457200" cy="457200"/>
          </a:xfrm>
          <a:prstGeom prst="ellipse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B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414290B-7C2E-4C18-97FF-F3A59ACF60E1}"/>
              </a:ext>
            </a:extLst>
          </p:cNvPr>
          <p:cNvCxnSpPr>
            <a:cxnSpLocks/>
          </p:cNvCxnSpPr>
          <p:nvPr/>
        </p:nvCxnSpPr>
        <p:spPr>
          <a:xfrm>
            <a:off x="2523044" y="768983"/>
            <a:ext cx="0" cy="30075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06458235-0DE6-4E77-8B49-234AE0B530BE}"/>
              </a:ext>
            </a:extLst>
          </p:cNvPr>
          <p:cNvSpPr txBox="1"/>
          <p:nvPr/>
        </p:nvSpPr>
        <p:spPr>
          <a:xfrm>
            <a:off x="191378" y="8492103"/>
            <a:ext cx="3748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Define Globally-Used Parameters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911DEE5-6CC2-47D9-A1F9-A181390FC6BC}"/>
              </a:ext>
            </a:extLst>
          </p:cNvPr>
          <p:cNvCxnSpPr>
            <a:cxnSpLocks/>
          </p:cNvCxnSpPr>
          <p:nvPr/>
        </p:nvCxnSpPr>
        <p:spPr>
          <a:xfrm>
            <a:off x="2523044" y="1984813"/>
            <a:ext cx="0" cy="30075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3" name="Flowchart: Process 82">
            <a:extLst>
              <a:ext uri="{FF2B5EF4-FFF2-40B4-BE49-F238E27FC236}">
                <a16:creationId xmlns:a16="http://schemas.microsoft.com/office/drawing/2014/main" id="{9283BB8B-1FB7-4DDF-B85E-544920B70CF2}"/>
              </a:ext>
            </a:extLst>
          </p:cNvPr>
          <p:cNvSpPr>
            <a:spLocks noChangeAspect="1"/>
          </p:cNvSpPr>
          <p:nvPr/>
        </p:nvSpPr>
        <p:spPr>
          <a:xfrm>
            <a:off x="1844551" y="2275305"/>
            <a:ext cx="1371600" cy="918972"/>
          </a:xfrm>
          <a:prstGeom prst="flowChartProcess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Define Default Min/Max Range and Alarm Threshold Values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C2C7537A-3633-46C4-B893-F3C78C9D12C7}"/>
              </a:ext>
            </a:extLst>
          </p:cNvPr>
          <p:cNvCxnSpPr>
            <a:cxnSpLocks/>
          </p:cNvCxnSpPr>
          <p:nvPr/>
        </p:nvCxnSpPr>
        <p:spPr>
          <a:xfrm>
            <a:off x="2537658" y="3190382"/>
            <a:ext cx="0" cy="30075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0" name="Flowchart: Process 89">
            <a:extLst>
              <a:ext uri="{FF2B5EF4-FFF2-40B4-BE49-F238E27FC236}">
                <a16:creationId xmlns:a16="http://schemas.microsoft.com/office/drawing/2014/main" id="{B8DB319E-0893-4432-B79A-9096CE913319}"/>
              </a:ext>
            </a:extLst>
          </p:cNvPr>
          <p:cNvSpPr>
            <a:spLocks noChangeAspect="1"/>
          </p:cNvSpPr>
          <p:nvPr/>
        </p:nvSpPr>
        <p:spPr>
          <a:xfrm>
            <a:off x="1837244" y="4684228"/>
            <a:ext cx="1371600" cy="918972"/>
          </a:xfrm>
          <a:prstGeom prst="flowChartProcess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Define Display  and Parameter Colors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0F751D53-0465-4E10-B00C-D3A7BDF8FB07}"/>
              </a:ext>
            </a:extLst>
          </p:cNvPr>
          <p:cNvCxnSpPr>
            <a:cxnSpLocks/>
          </p:cNvCxnSpPr>
          <p:nvPr/>
        </p:nvCxnSpPr>
        <p:spPr>
          <a:xfrm>
            <a:off x="2530351" y="5599305"/>
            <a:ext cx="0" cy="30075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2" name="Flowchart: Data 91">
            <a:extLst>
              <a:ext uri="{FF2B5EF4-FFF2-40B4-BE49-F238E27FC236}">
                <a16:creationId xmlns:a16="http://schemas.microsoft.com/office/drawing/2014/main" id="{C7787955-C4C5-4EA7-929F-B9AD153AAEA6}"/>
              </a:ext>
            </a:extLst>
          </p:cNvPr>
          <p:cNvSpPr/>
          <p:nvPr/>
        </p:nvSpPr>
        <p:spPr>
          <a:xfrm>
            <a:off x="4039614" y="2430721"/>
            <a:ext cx="914400" cy="612648"/>
          </a:xfrm>
          <a:prstGeom prst="flowChartInputOutput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 dirty="0"/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941DE551-F870-46FD-9510-C714B515CCE2}"/>
              </a:ext>
            </a:extLst>
          </p:cNvPr>
          <p:cNvCxnSpPr>
            <a:cxnSpLocks/>
            <a:stCxn id="92" idx="2"/>
            <a:endCxn id="83" idx="3"/>
          </p:cNvCxnSpPr>
          <p:nvPr/>
        </p:nvCxnSpPr>
        <p:spPr>
          <a:xfrm flipH="1" flipV="1">
            <a:off x="3216151" y="2734791"/>
            <a:ext cx="914903" cy="225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59294BBF-6994-4C1F-A014-F9798D4D5E6E}"/>
              </a:ext>
            </a:extLst>
          </p:cNvPr>
          <p:cNvSpPr txBox="1"/>
          <p:nvPr/>
        </p:nvSpPr>
        <p:spPr>
          <a:xfrm>
            <a:off x="3641851" y="3024696"/>
            <a:ext cx="16945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thermal_cam_config.py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5007B06-37F6-4BCD-9B65-516331C83DAF}"/>
              </a:ext>
            </a:extLst>
          </p:cNvPr>
          <p:cNvSpPr>
            <a:spLocks noChangeAspect="1"/>
          </p:cNvSpPr>
          <p:nvPr/>
        </p:nvSpPr>
        <p:spPr>
          <a:xfrm>
            <a:off x="2294444" y="297238"/>
            <a:ext cx="457200" cy="457200"/>
          </a:xfrm>
          <a:prstGeom prst="ellipse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</a:t>
            </a:r>
          </a:p>
        </p:txBody>
      </p:sp>
      <p:sp>
        <p:nvSpPr>
          <p:cNvPr id="24" name="Flowchart: Process 23">
            <a:extLst>
              <a:ext uri="{FF2B5EF4-FFF2-40B4-BE49-F238E27FC236}">
                <a16:creationId xmlns:a16="http://schemas.microsoft.com/office/drawing/2014/main" id="{0C38446B-519F-4B69-965C-E6FC47219A64}"/>
              </a:ext>
            </a:extLst>
          </p:cNvPr>
          <p:cNvSpPr>
            <a:spLocks noChangeAspect="1"/>
          </p:cNvSpPr>
          <p:nvPr/>
        </p:nvSpPr>
        <p:spPr>
          <a:xfrm>
            <a:off x="1851858" y="3481002"/>
            <a:ext cx="1371600" cy="918972"/>
          </a:xfrm>
          <a:prstGeom prst="flowChartProcess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Define Display and Element Size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3CDE14F-2AEE-486A-98A6-4191EEBCB26E}"/>
              </a:ext>
            </a:extLst>
          </p:cNvPr>
          <p:cNvCxnSpPr>
            <a:cxnSpLocks/>
          </p:cNvCxnSpPr>
          <p:nvPr/>
        </p:nvCxnSpPr>
        <p:spPr>
          <a:xfrm>
            <a:off x="2544965" y="4396079"/>
            <a:ext cx="0" cy="30075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589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1A6ADA44-2E70-44B5-92B3-B9AE4A1F0550}"/>
              </a:ext>
            </a:extLst>
          </p:cNvPr>
          <p:cNvSpPr>
            <a:spLocks noChangeAspect="1"/>
          </p:cNvSpPr>
          <p:nvPr/>
        </p:nvSpPr>
        <p:spPr>
          <a:xfrm>
            <a:off x="1837244" y="1065841"/>
            <a:ext cx="1371600" cy="918972"/>
          </a:xfrm>
          <a:prstGeom prst="flowChartProcess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Define</a:t>
            </a:r>
          </a:p>
          <a:p>
            <a:pPr algn="ctr"/>
            <a:r>
              <a:rPr lang="en-US" sz="1100" b="1" dirty="0" err="1"/>
              <a:t>element_grid</a:t>
            </a:r>
            <a:endParaRPr lang="en-US" sz="1100" b="1" dirty="0"/>
          </a:p>
          <a:p>
            <a:pPr algn="ctr"/>
            <a:r>
              <a:rPr lang="en-US" sz="1100" b="1" dirty="0"/>
              <a:t>Helper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414290B-7C2E-4C18-97FF-F3A59ACF60E1}"/>
              </a:ext>
            </a:extLst>
          </p:cNvPr>
          <p:cNvCxnSpPr>
            <a:cxnSpLocks/>
          </p:cNvCxnSpPr>
          <p:nvPr/>
        </p:nvCxnSpPr>
        <p:spPr>
          <a:xfrm>
            <a:off x="2523044" y="768983"/>
            <a:ext cx="0" cy="30075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06458235-0DE6-4E77-8B49-234AE0B530BE}"/>
              </a:ext>
            </a:extLst>
          </p:cNvPr>
          <p:cNvSpPr txBox="1"/>
          <p:nvPr/>
        </p:nvSpPr>
        <p:spPr>
          <a:xfrm>
            <a:off x="191378" y="8492103"/>
            <a:ext cx="3748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Define Helpers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911DEE5-6CC2-47D9-A1F9-A181390FC6BC}"/>
              </a:ext>
            </a:extLst>
          </p:cNvPr>
          <p:cNvCxnSpPr>
            <a:cxnSpLocks/>
          </p:cNvCxnSpPr>
          <p:nvPr/>
        </p:nvCxnSpPr>
        <p:spPr>
          <a:xfrm>
            <a:off x="2523044" y="1984813"/>
            <a:ext cx="0" cy="30075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3" name="Flowchart: Process 82">
            <a:extLst>
              <a:ext uri="{FF2B5EF4-FFF2-40B4-BE49-F238E27FC236}">
                <a16:creationId xmlns:a16="http://schemas.microsoft.com/office/drawing/2014/main" id="{9283BB8B-1FB7-4DDF-B85E-544920B70CF2}"/>
              </a:ext>
            </a:extLst>
          </p:cNvPr>
          <p:cNvSpPr>
            <a:spLocks noChangeAspect="1"/>
          </p:cNvSpPr>
          <p:nvPr/>
        </p:nvSpPr>
        <p:spPr>
          <a:xfrm>
            <a:off x="1844551" y="2275305"/>
            <a:ext cx="1371600" cy="918972"/>
          </a:xfrm>
          <a:prstGeom prst="flowChartProcess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Define</a:t>
            </a:r>
          </a:p>
          <a:p>
            <a:pPr algn="ctr"/>
            <a:r>
              <a:rPr lang="en-US" sz="1100" b="1" dirty="0" err="1"/>
              <a:t>flash_status_message</a:t>
            </a:r>
            <a:r>
              <a:rPr lang="en-US" sz="1100" b="1" dirty="0"/>
              <a:t> Helper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C2C7537A-3633-46C4-B893-F3C78C9D12C7}"/>
              </a:ext>
            </a:extLst>
          </p:cNvPr>
          <p:cNvCxnSpPr>
            <a:cxnSpLocks/>
          </p:cNvCxnSpPr>
          <p:nvPr/>
        </p:nvCxnSpPr>
        <p:spPr>
          <a:xfrm>
            <a:off x="2537658" y="3190382"/>
            <a:ext cx="0" cy="30075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0" name="Flowchart: Process 89">
            <a:extLst>
              <a:ext uri="{FF2B5EF4-FFF2-40B4-BE49-F238E27FC236}">
                <a16:creationId xmlns:a16="http://schemas.microsoft.com/office/drawing/2014/main" id="{B8DB319E-0893-4432-B79A-9096CE913319}"/>
              </a:ext>
            </a:extLst>
          </p:cNvPr>
          <p:cNvSpPr>
            <a:spLocks noChangeAspect="1"/>
          </p:cNvSpPr>
          <p:nvPr/>
        </p:nvSpPr>
        <p:spPr>
          <a:xfrm>
            <a:off x="3940309" y="1065841"/>
            <a:ext cx="1371600" cy="918972"/>
          </a:xfrm>
          <a:prstGeom prst="flowChartProcess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Define </a:t>
            </a:r>
            <a:r>
              <a:rPr lang="en-US" sz="1100" b="1" dirty="0" err="1"/>
              <a:t>update_histo_frame</a:t>
            </a:r>
            <a:r>
              <a:rPr lang="en-US" sz="1100" b="1" dirty="0"/>
              <a:t> Helper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0F751D53-0465-4E10-B00C-D3A7BDF8FB07}"/>
              </a:ext>
            </a:extLst>
          </p:cNvPr>
          <p:cNvCxnSpPr>
            <a:cxnSpLocks/>
          </p:cNvCxnSpPr>
          <p:nvPr/>
        </p:nvCxnSpPr>
        <p:spPr>
          <a:xfrm>
            <a:off x="4633416" y="1980918"/>
            <a:ext cx="0" cy="30075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B5007B06-37F6-4BCD-9B65-516331C83DAF}"/>
              </a:ext>
            </a:extLst>
          </p:cNvPr>
          <p:cNvSpPr>
            <a:spLocks noChangeAspect="1"/>
          </p:cNvSpPr>
          <p:nvPr/>
        </p:nvSpPr>
        <p:spPr>
          <a:xfrm>
            <a:off x="2294444" y="297238"/>
            <a:ext cx="457200" cy="457200"/>
          </a:xfrm>
          <a:prstGeom prst="ellipse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B</a:t>
            </a:r>
          </a:p>
        </p:txBody>
      </p:sp>
      <p:sp>
        <p:nvSpPr>
          <p:cNvPr id="24" name="Flowchart: Process 23">
            <a:extLst>
              <a:ext uri="{FF2B5EF4-FFF2-40B4-BE49-F238E27FC236}">
                <a16:creationId xmlns:a16="http://schemas.microsoft.com/office/drawing/2014/main" id="{0C38446B-519F-4B69-965C-E6FC47219A64}"/>
              </a:ext>
            </a:extLst>
          </p:cNvPr>
          <p:cNvSpPr>
            <a:spLocks noChangeAspect="1"/>
          </p:cNvSpPr>
          <p:nvPr/>
        </p:nvSpPr>
        <p:spPr>
          <a:xfrm>
            <a:off x="1851858" y="3481002"/>
            <a:ext cx="1371600" cy="918972"/>
          </a:xfrm>
          <a:prstGeom prst="flowChartProcess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Define </a:t>
            </a:r>
            <a:r>
              <a:rPr lang="en-US" sz="1100" b="1" dirty="0" err="1"/>
              <a:t>update_image_frame</a:t>
            </a:r>
            <a:r>
              <a:rPr lang="en-US" sz="1100" b="1" dirty="0"/>
              <a:t> Helper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EB5C07D-20BA-40DF-B962-D609F61215F9}"/>
              </a:ext>
            </a:extLst>
          </p:cNvPr>
          <p:cNvSpPr>
            <a:spLocks noChangeAspect="1"/>
          </p:cNvSpPr>
          <p:nvPr/>
        </p:nvSpPr>
        <p:spPr>
          <a:xfrm>
            <a:off x="4404816" y="4675519"/>
            <a:ext cx="457200" cy="457200"/>
          </a:xfrm>
          <a:prstGeom prst="ellipse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</a:t>
            </a:r>
          </a:p>
        </p:txBody>
      </p:sp>
      <p:sp>
        <p:nvSpPr>
          <p:cNvPr id="18" name="Flowchart: Process 17">
            <a:extLst>
              <a:ext uri="{FF2B5EF4-FFF2-40B4-BE49-F238E27FC236}">
                <a16:creationId xmlns:a16="http://schemas.microsoft.com/office/drawing/2014/main" id="{F7FFAB24-CC0D-4207-B07F-83AB15A42B25}"/>
              </a:ext>
            </a:extLst>
          </p:cNvPr>
          <p:cNvSpPr>
            <a:spLocks noChangeAspect="1"/>
          </p:cNvSpPr>
          <p:nvPr/>
        </p:nvSpPr>
        <p:spPr>
          <a:xfrm>
            <a:off x="3962230" y="2269067"/>
            <a:ext cx="1371600" cy="918972"/>
          </a:xfrm>
          <a:prstGeom prst="flowChartProcess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Define</a:t>
            </a:r>
          </a:p>
          <a:p>
            <a:pPr algn="ctr"/>
            <a:r>
              <a:rPr lang="en-US" sz="1100" b="1" dirty="0" err="1"/>
              <a:t>setup_mode</a:t>
            </a:r>
            <a:endParaRPr lang="en-US" sz="1100" b="1" dirty="0"/>
          </a:p>
          <a:p>
            <a:pPr algn="ctr"/>
            <a:r>
              <a:rPr lang="en-US" sz="1100" b="1" dirty="0"/>
              <a:t>Helper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43D47E9-F574-4AED-B642-8FC116F55176}"/>
              </a:ext>
            </a:extLst>
          </p:cNvPr>
          <p:cNvCxnSpPr>
            <a:cxnSpLocks/>
          </p:cNvCxnSpPr>
          <p:nvPr/>
        </p:nvCxnSpPr>
        <p:spPr>
          <a:xfrm>
            <a:off x="4655337" y="3184144"/>
            <a:ext cx="0" cy="30075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Flowchart: Process 25">
            <a:extLst>
              <a:ext uri="{FF2B5EF4-FFF2-40B4-BE49-F238E27FC236}">
                <a16:creationId xmlns:a16="http://schemas.microsoft.com/office/drawing/2014/main" id="{8B700B51-9D62-4C7A-969B-12B1E47131E2}"/>
              </a:ext>
            </a:extLst>
          </p:cNvPr>
          <p:cNvSpPr>
            <a:spLocks noChangeAspect="1"/>
          </p:cNvSpPr>
          <p:nvPr/>
        </p:nvSpPr>
        <p:spPr>
          <a:xfrm>
            <a:off x="3962230" y="3472293"/>
            <a:ext cx="1371600" cy="918972"/>
          </a:xfrm>
          <a:prstGeom prst="flowChartProcess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Define</a:t>
            </a:r>
          </a:p>
          <a:p>
            <a:pPr algn="ctr"/>
            <a:r>
              <a:rPr lang="en-US" sz="1100" b="1" dirty="0" err="1"/>
              <a:t>move_buttons</a:t>
            </a:r>
            <a:endParaRPr lang="en-US" sz="1100" b="1" dirty="0"/>
          </a:p>
          <a:p>
            <a:pPr algn="ctr"/>
            <a:r>
              <a:rPr lang="en-US" sz="1100" b="1" dirty="0"/>
              <a:t>Helper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9FFFAED-0DEA-4F9B-8BDB-3C16834EE4C2}"/>
              </a:ext>
            </a:extLst>
          </p:cNvPr>
          <p:cNvCxnSpPr>
            <a:cxnSpLocks/>
          </p:cNvCxnSpPr>
          <p:nvPr/>
        </p:nvCxnSpPr>
        <p:spPr>
          <a:xfrm>
            <a:off x="4655337" y="4387370"/>
            <a:ext cx="0" cy="30075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F2FB2DC1-8753-45C7-B770-A6BE9593967C}"/>
              </a:ext>
            </a:extLst>
          </p:cNvPr>
          <p:cNvCxnSpPr>
            <a:cxnSpLocks/>
            <a:stCxn id="24" idx="2"/>
            <a:endCxn id="90" idx="0"/>
          </p:cNvCxnSpPr>
          <p:nvPr/>
        </p:nvCxnSpPr>
        <p:spPr>
          <a:xfrm rot="5400000" flipH="1" flipV="1">
            <a:off x="1914816" y="1688682"/>
            <a:ext cx="3334133" cy="2088451"/>
          </a:xfrm>
          <a:prstGeom prst="bentConnector5">
            <a:avLst>
              <a:gd name="adj1" fmla="val -6856"/>
              <a:gd name="adj2" fmla="val 50000"/>
              <a:gd name="adj3" fmla="val 106856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2F7DF2E8-846F-4D3D-8E30-213A44576302}"/>
              </a:ext>
            </a:extLst>
          </p:cNvPr>
          <p:cNvSpPr/>
          <p:nvPr/>
        </p:nvSpPr>
        <p:spPr>
          <a:xfrm>
            <a:off x="5057264" y="1726275"/>
            <a:ext cx="254643" cy="254643"/>
          </a:xfrm>
          <a:prstGeom prst="rect">
            <a:avLst/>
          </a:prstGeom>
          <a:solidFill>
            <a:srgbClr val="00B05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C0DF83-5D52-45E1-BDD0-C3A55924A2E2}"/>
              </a:ext>
            </a:extLst>
          </p:cNvPr>
          <p:cNvSpPr/>
          <p:nvPr/>
        </p:nvSpPr>
        <p:spPr>
          <a:xfrm>
            <a:off x="5079187" y="2929501"/>
            <a:ext cx="254643" cy="254643"/>
          </a:xfrm>
          <a:prstGeom prst="rect">
            <a:avLst/>
          </a:prstGeom>
          <a:solidFill>
            <a:srgbClr val="C0000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47ADDDB-61F6-42FB-8320-4D64FC560708}"/>
              </a:ext>
            </a:extLst>
          </p:cNvPr>
          <p:cNvSpPr/>
          <p:nvPr/>
        </p:nvSpPr>
        <p:spPr>
          <a:xfrm>
            <a:off x="2958178" y="4144302"/>
            <a:ext cx="254643" cy="254643"/>
          </a:xfrm>
          <a:prstGeom prst="rect">
            <a:avLst/>
          </a:prstGeom>
          <a:solidFill>
            <a:srgbClr val="7030A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258879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1A6ADA44-2E70-44B5-92B3-B9AE4A1F0550}"/>
              </a:ext>
            </a:extLst>
          </p:cNvPr>
          <p:cNvSpPr>
            <a:spLocks noChangeAspect="1"/>
          </p:cNvSpPr>
          <p:nvPr/>
        </p:nvSpPr>
        <p:spPr>
          <a:xfrm>
            <a:off x="1837244" y="1065841"/>
            <a:ext cx="1371600" cy="918972"/>
          </a:xfrm>
          <a:prstGeom prst="flowChartProcess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Create Background Color Fill Layer</a:t>
            </a:r>
          </a:p>
          <a:p>
            <a:pPr algn="ctr"/>
            <a:r>
              <a:rPr lang="en-US" sz="1100" b="1" i="1" dirty="0" err="1"/>
              <a:t>image_group</a:t>
            </a:r>
            <a:r>
              <a:rPr lang="en-US" sz="1100" b="1" i="1" dirty="0"/>
              <a:t>[0]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414290B-7C2E-4C18-97FF-F3A59ACF60E1}"/>
              </a:ext>
            </a:extLst>
          </p:cNvPr>
          <p:cNvCxnSpPr>
            <a:cxnSpLocks/>
          </p:cNvCxnSpPr>
          <p:nvPr/>
        </p:nvCxnSpPr>
        <p:spPr>
          <a:xfrm>
            <a:off x="2523044" y="768983"/>
            <a:ext cx="0" cy="30075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06458235-0DE6-4E77-8B49-234AE0B530BE}"/>
              </a:ext>
            </a:extLst>
          </p:cNvPr>
          <p:cNvSpPr txBox="1"/>
          <p:nvPr/>
        </p:nvSpPr>
        <p:spPr>
          <a:xfrm>
            <a:off x="191378" y="8492103"/>
            <a:ext cx="374893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Define Display Group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911DEE5-6CC2-47D9-A1F9-A181390FC6BC}"/>
              </a:ext>
            </a:extLst>
          </p:cNvPr>
          <p:cNvCxnSpPr>
            <a:cxnSpLocks/>
          </p:cNvCxnSpPr>
          <p:nvPr/>
        </p:nvCxnSpPr>
        <p:spPr>
          <a:xfrm>
            <a:off x="2523044" y="1984813"/>
            <a:ext cx="0" cy="30075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3" name="Flowchart: Process 82">
            <a:extLst>
              <a:ext uri="{FF2B5EF4-FFF2-40B4-BE49-F238E27FC236}">
                <a16:creationId xmlns:a16="http://schemas.microsoft.com/office/drawing/2014/main" id="{9283BB8B-1FB7-4DDF-B85E-544920B70CF2}"/>
              </a:ext>
            </a:extLst>
          </p:cNvPr>
          <p:cNvSpPr>
            <a:spLocks noChangeAspect="1"/>
          </p:cNvSpPr>
          <p:nvPr/>
        </p:nvSpPr>
        <p:spPr>
          <a:xfrm>
            <a:off x="1844551" y="2275305"/>
            <a:ext cx="1371600" cy="918972"/>
          </a:xfrm>
          <a:prstGeom prst="flowChartProcess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Define Thermal Image Layers</a:t>
            </a:r>
          </a:p>
          <a:p>
            <a:pPr algn="ctr"/>
            <a:r>
              <a:rPr lang="en-US" sz="1100" b="1" i="1" dirty="0" err="1"/>
              <a:t>image_group</a:t>
            </a:r>
            <a:r>
              <a:rPr lang="en-US" sz="1100" b="1" i="1" dirty="0"/>
              <a:t>[1:64]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C2C7537A-3633-46C4-B893-F3C78C9D12C7}"/>
              </a:ext>
            </a:extLst>
          </p:cNvPr>
          <p:cNvCxnSpPr>
            <a:cxnSpLocks/>
          </p:cNvCxnSpPr>
          <p:nvPr/>
        </p:nvCxnSpPr>
        <p:spPr>
          <a:xfrm>
            <a:off x="2537658" y="3190382"/>
            <a:ext cx="0" cy="30075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B5007B06-37F6-4BCD-9B65-516331C83DAF}"/>
              </a:ext>
            </a:extLst>
          </p:cNvPr>
          <p:cNvSpPr>
            <a:spLocks noChangeAspect="1"/>
          </p:cNvSpPr>
          <p:nvPr/>
        </p:nvSpPr>
        <p:spPr>
          <a:xfrm>
            <a:off x="2294444" y="297238"/>
            <a:ext cx="457200" cy="457200"/>
          </a:xfrm>
          <a:prstGeom prst="ellipse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</a:t>
            </a:r>
          </a:p>
        </p:txBody>
      </p:sp>
      <p:sp>
        <p:nvSpPr>
          <p:cNvPr id="24" name="Flowchart: Process 23">
            <a:extLst>
              <a:ext uri="{FF2B5EF4-FFF2-40B4-BE49-F238E27FC236}">
                <a16:creationId xmlns:a16="http://schemas.microsoft.com/office/drawing/2014/main" id="{0C38446B-519F-4B69-965C-E6FC47219A64}"/>
              </a:ext>
            </a:extLst>
          </p:cNvPr>
          <p:cNvSpPr>
            <a:spLocks noChangeAspect="1"/>
          </p:cNvSpPr>
          <p:nvPr/>
        </p:nvSpPr>
        <p:spPr>
          <a:xfrm>
            <a:off x="1851858" y="3481002"/>
            <a:ext cx="1371600" cy="918972"/>
          </a:xfrm>
          <a:prstGeom prst="flowChartProcess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Define Value and Label Layers</a:t>
            </a:r>
          </a:p>
          <a:p>
            <a:pPr algn="ctr"/>
            <a:r>
              <a:rPr lang="en-US" sz="1100" b="1" i="1" dirty="0" err="1"/>
              <a:t>Image_group</a:t>
            </a:r>
            <a:r>
              <a:rPr lang="en-US" sz="1100" b="1" i="1" dirty="0"/>
              <a:t>[65:77]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3CDE14F-2AEE-486A-98A6-4191EEBCB26E}"/>
              </a:ext>
            </a:extLst>
          </p:cNvPr>
          <p:cNvCxnSpPr>
            <a:cxnSpLocks/>
          </p:cNvCxnSpPr>
          <p:nvPr/>
        </p:nvCxnSpPr>
        <p:spPr>
          <a:xfrm>
            <a:off x="2544965" y="4396079"/>
            <a:ext cx="0" cy="30075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BEB5C07D-20BA-40DF-B962-D609F61215F9}"/>
              </a:ext>
            </a:extLst>
          </p:cNvPr>
          <p:cNvSpPr>
            <a:spLocks noChangeAspect="1"/>
          </p:cNvSpPr>
          <p:nvPr/>
        </p:nvSpPr>
        <p:spPr>
          <a:xfrm>
            <a:off x="2316365" y="4686699"/>
            <a:ext cx="457200" cy="457200"/>
          </a:xfrm>
          <a:prstGeom prst="ellipse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491407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1A6ADA44-2E70-44B5-92B3-B9AE4A1F0550}"/>
              </a:ext>
            </a:extLst>
          </p:cNvPr>
          <p:cNvSpPr>
            <a:spLocks noChangeAspect="1"/>
          </p:cNvSpPr>
          <p:nvPr/>
        </p:nvSpPr>
        <p:spPr>
          <a:xfrm>
            <a:off x="1837244" y="1065841"/>
            <a:ext cx="1371600" cy="918972"/>
          </a:xfrm>
          <a:prstGeom prst="flowChartProcess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Set Display to:</a:t>
            </a:r>
          </a:p>
          <a:p>
            <a:pPr marL="288925" lvl="1"/>
            <a:r>
              <a:rPr lang="en-US" sz="1100" b="1" dirty="0"/>
              <a:t>- Image Mode</a:t>
            </a:r>
          </a:p>
          <a:p>
            <a:pPr marL="288925" lvl="1"/>
            <a:r>
              <a:rPr lang="en-US" sz="1100" b="1" dirty="0"/>
              <a:t>- Active Mode</a:t>
            </a:r>
          </a:p>
          <a:p>
            <a:pPr marL="288925" lvl="1"/>
            <a:r>
              <a:rPr lang="en-US" sz="1100" b="1" dirty="0"/>
              <a:t>- Default Range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414290B-7C2E-4C18-97FF-F3A59ACF60E1}"/>
              </a:ext>
            </a:extLst>
          </p:cNvPr>
          <p:cNvCxnSpPr>
            <a:cxnSpLocks/>
          </p:cNvCxnSpPr>
          <p:nvPr/>
        </p:nvCxnSpPr>
        <p:spPr>
          <a:xfrm>
            <a:off x="2523044" y="768983"/>
            <a:ext cx="0" cy="30075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06458235-0DE6-4E77-8B49-234AE0B530BE}"/>
              </a:ext>
            </a:extLst>
          </p:cNvPr>
          <p:cNvSpPr txBox="1"/>
          <p:nvPr/>
        </p:nvSpPr>
        <p:spPr>
          <a:xfrm>
            <a:off x="191378" y="8492103"/>
            <a:ext cx="3748931" cy="369332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Primary Process Setup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911DEE5-6CC2-47D9-A1F9-A181390FC6BC}"/>
              </a:ext>
            </a:extLst>
          </p:cNvPr>
          <p:cNvCxnSpPr>
            <a:cxnSpLocks/>
          </p:cNvCxnSpPr>
          <p:nvPr/>
        </p:nvCxnSpPr>
        <p:spPr>
          <a:xfrm>
            <a:off x="2523044" y="1984813"/>
            <a:ext cx="0" cy="30075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3" name="Flowchart: Process 82">
            <a:extLst>
              <a:ext uri="{FF2B5EF4-FFF2-40B4-BE49-F238E27FC236}">
                <a16:creationId xmlns:a16="http://schemas.microsoft.com/office/drawing/2014/main" id="{9283BB8B-1FB7-4DDF-B85E-544920B70CF2}"/>
              </a:ext>
            </a:extLst>
          </p:cNvPr>
          <p:cNvSpPr>
            <a:spLocks noChangeAspect="1"/>
          </p:cNvSpPr>
          <p:nvPr/>
        </p:nvSpPr>
        <p:spPr>
          <a:xfrm>
            <a:off x="1844551" y="2275305"/>
            <a:ext cx="1371600" cy="918972"/>
          </a:xfrm>
          <a:prstGeom prst="flowChartProcess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Activate Display Group and Play Welcome Tone</a:t>
            </a:r>
            <a:endParaRPr lang="en-US" sz="1100" b="1" i="1" dirty="0"/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C2C7537A-3633-46C4-B893-F3C78C9D12C7}"/>
              </a:ext>
            </a:extLst>
          </p:cNvPr>
          <p:cNvCxnSpPr>
            <a:cxnSpLocks/>
          </p:cNvCxnSpPr>
          <p:nvPr/>
        </p:nvCxnSpPr>
        <p:spPr>
          <a:xfrm>
            <a:off x="2537658" y="3190382"/>
            <a:ext cx="0" cy="30075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B5007B06-37F6-4BCD-9B65-516331C83DAF}"/>
              </a:ext>
            </a:extLst>
          </p:cNvPr>
          <p:cNvSpPr>
            <a:spLocks noChangeAspect="1"/>
          </p:cNvSpPr>
          <p:nvPr/>
        </p:nvSpPr>
        <p:spPr>
          <a:xfrm>
            <a:off x="2294444" y="297238"/>
            <a:ext cx="457200" cy="457200"/>
          </a:xfrm>
          <a:prstGeom prst="ellipse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EB5C07D-20BA-40DF-B962-D609F61215F9}"/>
              </a:ext>
            </a:extLst>
          </p:cNvPr>
          <p:cNvSpPr>
            <a:spLocks noChangeAspect="1"/>
          </p:cNvSpPr>
          <p:nvPr/>
        </p:nvSpPr>
        <p:spPr>
          <a:xfrm>
            <a:off x="2294444" y="3484769"/>
            <a:ext cx="457200" cy="457200"/>
          </a:xfrm>
          <a:prstGeom prst="ellipse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2227355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Decision 3">
            <a:extLst>
              <a:ext uri="{FF2B5EF4-FFF2-40B4-BE49-F238E27FC236}">
                <a16:creationId xmlns:a16="http://schemas.microsoft.com/office/drawing/2014/main" id="{12B73EDA-F56F-46D1-B6A1-5BD64D89A711}"/>
              </a:ext>
            </a:extLst>
          </p:cNvPr>
          <p:cNvSpPr>
            <a:spLocks noChangeAspect="1"/>
          </p:cNvSpPr>
          <p:nvPr/>
        </p:nvSpPr>
        <p:spPr>
          <a:xfrm>
            <a:off x="1843150" y="1322400"/>
            <a:ext cx="1371600" cy="918972"/>
          </a:xfrm>
          <a:prstGeom prst="flowChartDecision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Hold Display?</a:t>
            </a: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1A6ADA44-2E70-44B5-92B3-B9AE4A1F0550}"/>
              </a:ext>
            </a:extLst>
          </p:cNvPr>
          <p:cNvSpPr>
            <a:spLocks noChangeAspect="1"/>
          </p:cNvSpPr>
          <p:nvPr/>
        </p:nvSpPr>
        <p:spPr>
          <a:xfrm>
            <a:off x="3791675" y="1322400"/>
            <a:ext cx="1371600" cy="918972"/>
          </a:xfrm>
          <a:prstGeom prst="flowChartProcess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Get Camera Data</a:t>
            </a:r>
          </a:p>
        </p:txBody>
      </p:sp>
      <p:sp>
        <p:nvSpPr>
          <p:cNvPr id="9" name="Flowchart: Decision 8">
            <a:extLst>
              <a:ext uri="{FF2B5EF4-FFF2-40B4-BE49-F238E27FC236}">
                <a16:creationId xmlns:a16="http://schemas.microsoft.com/office/drawing/2014/main" id="{07ACE3A0-D142-48DD-8FB9-B931B6E2411A}"/>
              </a:ext>
            </a:extLst>
          </p:cNvPr>
          <p:cNvSpPr>
            <a:spLocks noChangeAspect="1"/>
          </p:cNvSpPr>
          <p:nvPr/>
        </p:nvSpPr>
        <p:spPr>
          <a:xfrm>
            <a:off x="1843150" y="2542125"/>
            <a:ext cx="1371600" cy="918972"/>
          </a:xfrm>
          <a:prstGeom prst="flowChartDecision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Display Image?</a:t>
            </a:r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27BB3AAE-ACFE-459E-A30E-18A5E4F41C25}"/>
              </a:ext>
            </a:extLst>
          </p:cNvPr>
          <p:cNvSpPr>
            <a:spLocks noChangeAspect="1"/>
          </p:cNvSpPr>
          <p:nvPr/>
        </p:nvSpPr>
        <p:spPr>
          <a:xfrm>
            <a:off x="1843150" y="3761850"/>
            <a:ext cx="1371600" cy="918972"/>
          </a:xfrm>
          <a:prstGeom prst="flowChartProcess">
            <a:avLst/>
          </a:prstGeom>
          <a:solidFill>
            <a:srgbClr val="7030A0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Update Image Frame (helper)</a:t>
            </a:r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9A587EA9-70E5-4860-822F-4EADD64F6F48}"/>
              </a:ext>
            </a:extLst>
          </p:cNvPr>
          <p:cNvSpPr>
            <a:spLocks noChangeAspect="1"/>
          </p:cNvSpPr>
          <p:nvPr/>
        </p:nvSpPr>
        <p:spPr>
          <a:xfrm>
            <a:off x="3791675" y="3761850"/>
            <a:ext cx="1371600" cy="918972"/>
          </a:xfrm>
          <a:prstGeom prst="flowChartProcess">
            <a:avLst/>
          </a:prstGeom>
          <a:solidFill>
            <a:srgbClr val="00B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Update Histogram Frame (helper)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D9DD743-332A-46BD-85E5-A794C42F8872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214750" y="1781886"/>
            <a:ext cx="576925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825B562-A0BA-4DAF-95DB-DF92A4BA3AED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>
            <a:off x="2528950" y="2241372"/>
            <a:ext cx="0" cy="30075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01F59B43-BA9A-46BD-A1AF-654477597F3E}"/>
              </a:ext>
            </a:extLst>
          </p:cNvPr>
          <p:cNvCxnSpPr>
            <a:stCxn id="5" idx="2"/>
          </p:cNvCxnSpPr>
          <p:nvPr/>
        </p:nvCxnSpPr>
        <p:spPr>
          <a:xfrm rot="5400000">
            <a:off x="3431707" y="1338616"/>
            <a:ext cx="143013" cy="1948525"/>
          </a:xfrm>
          <a:prstGeom prst="bentConnector2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E364517-047A-44CD-96F1-8AC08B439E5E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2528950" y="3461097"/>
            <a:ext cx="0" cy="30075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F120F1E-1A1A-456C-AA56-3C054D717794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2523044" y="4680822"/>
            <a:ext cx="5906" cy="36872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971EB03-7946-41A4-89EE-E5674FDDFD51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3214750" y="4221336"/>
            <a:ext cx="576925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7AB3616F-7047-435D-AFC7-46F7E6CFB332}"/>
              </a:ext>
            </a:extLst>
          </p:cNvPr>
          <p:cNvCxnSpPr>
            <a:cxnSpLocks/>
            <a:stCxn id="9" idx="3"/>
            <a:endCxn id="12" idx="0"/>
          </p:cNvCxnSpPr>
          <p:nvPr/>
        </p:nvCxnSpPr>
        <p:spPr>
          <a:xfrm>
            <a:off x="3214750" y="3001611"/>
            <a:ext cx="1262725" cy="760239"/>
          </a:xfrm>
          <a:prstGeom prst="bentConnector2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DC1C47A5-0458-46CE-80A8-0E9033C81969}"/>
              </a:ext>
            </a:extLst>
          </p:cNvPr>
          <p:cNvCxnSpPr>
            <a:cxnSpLocks/>
            <a:stCxn id="12" idx="2"/>
          </p:cNvCxnSpPr>
          <p:nvPr/>
        </p:nvCxnSpPr>
        <p:spPr>
          <a:xfrm rot="5400000">
            <a:off x="3379338" y="3824529"/>
            <a:ext cx="241844" cy="1954431"/>
          </a:xfrm>
          <a:prstGeom prst="bentConnector2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2D15C7DF-4D28-4EB3-98C7-6603DC23DBFD}"/>
              </a:ext>
            </a:extLst>
          </p:cNvPr>
          <p:cNvSpPr>
            <a:spLocks noChangeAspect="1"/>
          </p:cNvSpPr>
          <p:nvPr/>
        </p:nvSpPr>
        <p:spPr>
          <a:xfrm>
            <a:off x="2300350" y="564447"/>
            <a:ext cx="457200" cy="457200"/>
          </a:xfrm>
          <a:prstGeom prst="ellipse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414290B-7C2E-4C18-97FF-F3A59ACF60E1}"/>
              </a:ext>
            </a:extLst>
          </p:cNvPr>
          <p:cNvCxnSpPr>
            <a:cxnSpLocks/>
            <a:stCxn id="65" idx="4"/>
            <a:endCxn id="4" idx="0"/>
          </p:cNvCxnSpPr>
          <p:nvPr/>
        </p:nvCxnSpPr>
        <p:spPr>
          <a:xfrm>
            <a:off x="2528950" y="1021647"/>
            <a:ext cx="0" cy="30075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74F6092-7911-4885-8BF8-35B61D10AEFA}"/>
              </a:ext>
            </a:extLst>
          </p:cNvPr>
          <p:cNvSpPr txBox="1"/>
          <p:nvPr/>
        </p:nvSpPr>
        <p:spPr>
          <a:xfrm>
            <a:off x="289282" y="7668651"/>
            <a:ext cx="31077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Primary Process</a:t>
            </a:r>
          </a:p>
          <a:p>
            <a:r>
              <a:rPr lang="en-US" b="1" dirty="0"/>
              <a:t>Get Camera Data</a:t>
            </a:r>
          </a:p>
          <a:p>
            <a:r>
              <a:rPr lang="en-US" b="1" dirty="0"/>
              <a:t>Display Image or Histogram</a:t>
            </a:r>
          </a:p>
          <a:p>
            <a:r>
              <a:rPr lang="en-US" b="1" dirty="0"/>
              <a:t>Check for Alarm</a:t>
            </a:r>
          </a:p>
        </p:txBody>
      </p:sp>
      <p:sp>
        <p:nvSpPr>
          <p:cNvPr id="19" name="Flowchart: Decision 18">
            <a:extLst>
              <a:ext uri="{FF2B5EF4-FFF2-40B4-BE49-F238E27FC236}">
                <a16:creationId xmlns:a16="http://schemas.microsoft.com/office/drawing/2014/main" id="{9342CA42-F19F-45E8-BC43-901CC97238F0}"/>
              </a:ext>
            </a:extLst>
          </p:cNvPr>
          <p:cNvSpPr>
            <a:spLocks noChangeAspect="1"/>
          </p:cNvSpPr>
          <p:nvPr/>
        </p:nvSpPr>
        <p:spPr>
          <a:xfrm>
            <a:off x="1843150" y="5040068"/>
            <a:ext cx="1371600" cy="918972"/>
          </a:xfrm>
          <a:prstGeom prst="flowChartDecision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Alarm Level?</a:t>
            </a:r>
          </a:p>
        </p:txBody>
      </p:sp>
      <p:sp>
        <p:nvSpPr>
          <p:cNvPr id="20" name="Flowchart: Process 19">
            <a:extLst>
              <a:ext uri="{FF2B5EF4-FFF2-40B4-BE49-F238E27FC236}">
                <a16:creationId xmlns:a16="http://schemas.microsoft.com/office/drawing/2014/main" id="{C96FF9C7-E2B5-4799-B06D-2C81BAEADE37}"/>
              </a:ext>
            </a:extLst>
          </p:cNvPr>
          <p:cNvSpPr>
            <a:spLocks noChangeAspect="1"/>
          </p:cNvSpPr>
          <p:nvPr/>
        </p:nvSpPr>
        <p:spPr>
          <a:xfrm>
            <a:off x="3791675" y="5027534"/>
            <a:ext cx="1371600" cy="918972"/>
          </a:xfrm>
          <a:prstGeom prst="flowChartProcess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Play Alarm Sound and Flash Pixels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106B5C1-1254-43CA-92E8-31288670EFBC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2528950" y="5959040"/>
            <a:ext cx="0" cy="30075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1BDA64E-B7F1-425E-8CAC-B754FE0D9F18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 flipV="1">
            <a:off x="3214750" y="5487020"/>
            <a:ext cx="576925" cy="1253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0D3568F9-B4D1-4EFC-BE95-E5A325CB25ED}"/>
              </a:ext>
            </a:extLst>
          </p:cNvPr>
          <p:cNvCxnSpPr>
            <a:cxnSpLocks/>
            <a:stCxn id="20" idx="2"/>
          </p:cNvCxnSpPr>
          <p:nvPr/>
        </p:nvCxnSpPr>
        <p:spPr>
          <a:xfrm rot="5400000">
            <a:off x="3406173" y="5080858"/>
            <a:ext cx="205655" cy="1936950"/>
          </a:xfrm>
          <a:prstGeom prst="bentConnector2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6CF89DE6-740C-4861-B92F-D8AF9D0E7F7A}"/>
              </a:ext>
            </a:extLst>
          </p:cNvPr>
          <p:cNvSpPr>
            <a:spLocks noChangeAspect="1"/>
          </p:cNvSpPr>
          <p:nvPr/>
        </p:nvSpPr>
        <p:spPr>
          <a:xfrm>
            <a:off x="2286000" y="6232959"/>
            <a:ext cx="457200" cy="457200"/>
          </a:xfrm>
          <a:prstGeom prst="ellipse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A7389F72-0B8C-4D5A-8724-DB1E4F96C37E}"/>
              </a:ext>
            </a:extLst>
          </p:cNvPr>
          <p:cNvCxnSpPr>
            <a:cxnSpLocks/>
            <a:stCxn id="36" idx="0"/>
          </p:cNvCxnSpPr>
          <p:nvPr/>
        </p:nvCxnSpPr>
        <p:spPr>
          <a:xfrm rot="5400000" flipH="1" flipV="1">
            <a:off x="-628964" y="2633106"/>
            <a:ext cx="4679849" cy="1659127"/>
          </a:xfrm>
          <a:prstGeom prst="bentConnector3">
            <a:avLst>
              <a:gd name="adj1" fmla="val 99961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B637FDEE-3C0D-498E-9E5F-A2C1D3AF4D5D}"/>
              </a:ext>
            </a:extLst>
          </p:cNvPr>
          <p:cNvSpPr>
            <a:spLocks noChangeAspect="1"/>
          </p:cNvSpPr>
          <p:nvPr/>
        </p:nvSpPr>
        <p:spPr>
          <a:xfrm>
            <a:off x="652797" y="5802593"/>
            <a:ext cx="457200" cy="457200"/>
          </a:xfrm>
          <a:prstGeom prst="ellipse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808FDDB-CC77-47F5-B3CA-4B0E212DE488}"/>
              </a:ext>
            </a:extLst>
          </p:cNvPr>
          <p:cNvSpPr txBox="1"/>
          <p:nvPr/>
        </p:nvSpPr>
        <p:spPr>
          <a:xfrm>
            <a:off x="104357" y="6332602"/>
            <a:ext cx="1554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/>
              <a:t>From End of</a:t>
            </a:r>
          </a:p>
          <a:p>
            <a:pPr algn="ctr"/>
            <a:r>
              <a:rPr lang="en-US" sz="1200" b="1" dirty="0"/>
              <a:t>Primary Process Loop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116551-9057-4E7D-89F0-98CB0036AE44}"/>
              </a:ext>
            </a:extLst>
          </p:cNvPr>
          <p:cNvSpPr txBox="1"/>
          <p:nvPr/>
        </p:nvSpPr>
        <p:spPr>
          <a:xfrm>
            <a:off x="3153280" y="5247425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Yes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34C30E-0D8B-484E-946E-872A01AB9C2C}"/>
              </a:ext>
            </a:extLst>
          </p:cNvPr>
          <p:cNvSpPr txBox="1"/>
          <p:nvPr/>
        </p:nvSpPr>
        <p:spPr>
          <a:xfrm>
            <a:off x="2207871" y="5890551"/>
            <a:ext cx="3497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No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3C58DA7-C0CC-4F6C-94E1-52942061C7ED}"/>
              </a:ext>
            </a:extLst>
          </p:cNvPr>
          <p:cNvSpPr txBox="1"/>
          <p:nvPr/>
        </p:nvSpPr>
        <p:spPr>
          <a:xfrm>
            <a:off x="3112223" y="2747196"/>
            <a:ext cx="3497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No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23F5628-0395-495D-B46F-9B10D45D6E9D}"/>
              </a:ext>
            </a:extLst>
          </p:cNvPr>
          <p:cNvSpPr txBox="1"/>
          <p:nvPr/>
        </p:nvSpPr>
        <p:spPr>
          <a:xfrm>
            <a:off x="2166814" y="3390322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Yes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2979F9C-85D3-48C9-A623-F5EC8DE16AC2}"/>
              </a:ext>
            </a:extLst>
          </p:cNvPr>
          <p:cNvSpPr txBox="1"/>
          <p:nvPr/>
        </p:nvSpPr>
        <p:spPr>
          <a:xfrm>
            <a:off x="3112223" y="1554406"/>
            <a:ext cx="3497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No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24C044F-6C5C-48A8-B1E6-92E268DA76D5}"/>
              </a:ext>
            </a:extLst>
          </p:cNvPr>
          <p:cNvSpPr txBox="1"/>
          <p:nvPr/>
        </p:nvSpPr>
        <p:spPr>
          <a:xfrm>
            <a:off x="2166814" y="2197532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3168065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lowchart: Decision 14">
            <a:extLst>
              <a:ext uri="{FF2B5EF4-FFF2-40B4-BE49-F238E27FC236}">
                <a16:creationId xmlns:a16="http://schemas.microsoft.com/office/drawing/2014/main" id="{934F4BC0-5084-44D6-B77C-0F185E1F3949}"/>
              </a:ext>
            </a:extLst>
          </p:cNvPr>
          <p:cNvSpPr>
            <a:spLocks noChangeAspect="1"/>
          </p:cNvSpPr>
          <p:nvPr/>
        </p:nvSpPr>
        <p:spPr>
          <a:xfrm>
            <a:off x="1854725" y="1136443"/>
            <a:ext cx="1371600" cy="918972"/>
          </a:xfrm>
          <a:prstGeom prst="flowChartDecision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Hold Button Pressed?</a:t>
            </a:r>
          </a:p>
        </p:txBody>
      </p:sp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62544EB5-4E20-427D-9049-FCDC6EAC856F}"/>
              </a:ext>
            </a:extLst>
          </p:cNvPr>
          <p:cNvSpPr>
            <a:spLocks noChangeAspect="1"/>
          </p:cNvSpPr>
          <p:nvPr/>
        </p:nvSpPr>
        <p:spPr>
          <a:xfrm>
            <a:off x="3803250" y="1136443"/>
            <a:ext cx="1371600" cy="918972"/>
          </a:xfrm>
          <a:prstGeom prst="flowChartProcess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Toggle </a:t>
            </a:r>
            <a:r>
              <a:rPr lang="en-US" sz="1100" b="1" dirty="0" err="1"/>
              <a:t>Display_Hold</a:t>
            </a:r>
            <a:r>
              <a:rPr lang="en-US" sz="1100" b="1" dirty="0"/>
              <a:t> Parameter</a:t>
            </a:r>
          </a:p>
        </p:txBody>
      </p:sp>
      <p:sp>
        <p:nvSpPr>
          <p:cNvPr id="17" name="Flowchart: Decision 16">
            <a:extLst>
              <a:ext uri="{FF2B5EF4-FFF2-40B4-BE49-F238E27FC236}">
                <a16:creationId xmlns:a16="http://schemas.microsoft.com/office/drawing/2014/main" id="{32A914B1-9F12-47E0-AF0E-091F4123F0F7}"/>
              </a:ext>
            </a:extLst>
          </p:cNvPr>
          <p:cNvSpPr>
            <a:spLocks noChangeAspect="1"/>
          </p:cNvSpPr>
          <p:nvPr/>
        </p:nvSpPr>
        <p:spPr>
          <a:xfrm>
            <a:off x="1854725" y="2356168"/>
            <a:ext cx="1371600" cy="918972"/>
          </a:xfrm>
          <a:prstGeom prst="flowChartDecision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Image Button Pressed?</a:t>
            </a:r>
          </a:p>
        </p:txBody>
      </p:sp>
      <p:sp>
        <p:nvSpPr>
          <p:cNvPr id="20" name="Flowchart: Process 19">
            <a:extLst>
              <a:ext uri="{FF2B5EF4-FFF2-40B4-BE49-F238E27FC236}">
                <a16:creationId xmlns:a16="http://schemas.microsoft.com/office/drawing/2014/main" id="{73293C7C-CA17-4604-974D-12CF40E8768E}"/>
              </a:ext>
            </a:extLst>
          </p:cNvPr>
          <p:cNvSpPr>
            <a:spLocks noChangeAspect="1"/>
          </p:cNvSpPr>
          <p:nvPr/>
        </p:nvSpPr>
        <p:spPr>
          <a:xfrm>
            <a:off x="3803250" y="2356168"/>
            <a:ext cx="1371600" cy="918972"/>
          </a:xfrm>
          <a:prstGeom prst="flowChartProcess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Toggle </a:t>
            </a:r>
            <a:r>
              <a:rPr lang="en-US" sz="1100" b="1" dirty="0" err="1"/>
              <a:t>Display_Image</a:t>
            </a:r>
            <a:r>
              <a:rPr lang="en-US" sz="1100" b="1" dirty="0"/>
              <a:t> Parameter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D62C164-687A-46DA-B8A9-D4E4FB6D5881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2540525" y="835690"/>
            <a:ext cx="0" cy="30075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C5644EF-C7A4-4A7D-A09C-8D073AF70343}"/>
              </a:ext>
            </a:extLst>
          </p:cNvPr>
          <p:cNvCxnSpPr>
            <a:cxnSpLocks/>
            <a:stCxn id="15" idx="2"/>
            <a:endCxn id="17" idx="0"/>
          </p:cNvCxnSpPr>
          <p:nvPr/>
        </p:nvCxnSpPr>
        <p:spPr>
          <a:xfrm>
            <a:off x="2540525" y="2055415"/>
            <a:ext cx="0" cy="30075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8FF4AD9-7272-46E1-A19D-1D97844EE436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3226325" y="1595929"/>
            <a:ext cx="576925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312329C-84D2-40AA-BE85-360D04255777}"/>
              </a:ext>
            </a:extLst>
          </p:cNvPr>
          <p:cNvCxnSpPr>
            <a:cxnSpLocks/>
            <a:stCxn id="17" idx="3"/>
            <a:endCxn id="20" idx="1"/>
          </p:cNvCxnSpPr>
          <p:nvPr/>
        </p:nvCxnSpPr>
        <p:spPr>
          <a:xfrm>
            <a:off x="3226325" y="2815654"/>
            <a:ext cx="576925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7C3A864A-4DBE-4737-9DCF-B3D8948772BA}"/>
              </a:ext>
            </a:extLst>
          </p:cNvPr>
          <p:cNvSpPr>
            <a:spLocks noChangeAspect="1"/>
          </p:cNvSpPr>
          <p:nvPr/>
        </p:nvSpPr>
        <p:spPr>
          <a:xfrm>
            <a:off x="2301755" y="378490"/>
            <a:ext cx="457200" cy="457200"/>
          </a:xfrm>
          <a:prstGeom prst="ellipse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</a:t>
            </a:r>
          </a:p>
        </p:txBody>
      </p:sp>
      <p:sp>
        <p:nvSpPr>
          <p:cNvPr id="31" name="Flowchart: Decision 30">
            <a:extLst>
              <a:ext uri="{FF2B5EF4-FFF2-40B4-BE49-F238E27FC236}">
                <a16:creationId xmlns:a16="http://schemas.microsoft.com/office/drawing/2014/main" id="{6D26DAE5-B838-4120-BC0A-BC4010AE77D3}"/>
              </a:ext>
            </a:extLst>
          </p:cNvPr>
          <p:cNvSpPr>
            <a:spLocks noChangeAspect="1"/>
          </p:cNvSpPr>
          <p:nvPr/>
        </p:nvSpPr>
        <p:spPr>
          <a:xfrm>
            <a:off x="1854726" y="3575893"/>
            <a:ext cx="1371600" cy="918972"/>
          </a:xfrm>
          <a:prstGeom prst="flowChartDecision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Focus Button Pressed?</a:t>
            </a:r>
          </a:p>
        </p:txBody>
      </p:sp>
      <p:sp>
        <p:nvSpPr>
          <p:cNvPr id="32" name="Flowchart: Process 31">
            <a:extLst>
              <a:ext uri="{FF2B5EF4-FFF2-40B4-BE49-F238E27FC236}">
                <a16:creationId xmlns:a16="http://schemas.microsoft.com/office/drawing/2014/main" id="{E8B0075D-80D3-4109-95F1-3AB811C6E928}"/>
              </a:ext>
            </a:extLst>
          </p:cNvPr>
          <p:cNvSpPr>
            <a:spLocks noChangeAspect="1"/>
          </p:cNvSpPr>
          <p:nvPr/>
        </p:nvSpPr>
        <p:spPr>
          <a:xfrm>
            <a:off x="3803251" y="3575893"/>
            <a:ext cx="1371600" cy="918972"/>
          </a:xfrm>
          <a:prstGeom prst="flowChartProcess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Toggle </a:t>
            </a:r>
            <a:r>
              <a:rPr lang="en-US" sz="1100" b="1" dirty="0" err="1"/>
              <a:t>Display_Focus</a:t>
            </a:r>
            <a:r>
              <a:rPr lang="en-US" sz="1100" b="1" dirty="0"/>
              <a:t> Parameter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1A51931-7985-4206-8009-45BA18AA5907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2540526" y="3275140"/>
            <a:ext cx="0" cy="30075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F807EC3-9E77-4C58-A93E-A3476747F2FF}"/>
              </a:ext>
            </a:extLst>
          </p:cNvPr>
          <p:cNvCxnSpPr>
            <a:cxnSpLocks/>
            <a:stCxn id="31" idx="3"/>
            <a:endCxn id="32" idx="1"/>
          </p:cNvCxnSpPr>
          <p:nvPr/>
        </p:nvCxnSpPr>
        <p:spPr>
          <a:xfrm>
            <a:off x="3226326" y="4035379"/>
            <a:ext cx="576925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0" name="Flowchart: Decision 39">
            <a:extLst>
              <a:ext uri="{FF2B5EF4-FFF2-40B4-BE49-F238E27FC236}">
                <a16:creationId xmlns:a16="http://schemas.microsoft.com/office/drawing/2014/main" id="{1B98BBAB-EE4F-4A9B-9EB1-DA3F8AC84824}"/>
              </a:ext>
            </a:extLst>
          </p:cNvPr>
          <p:cNvSpPr>
            <a:spLocks noChangeAspect="1"/>
          </p:cNvSpPr>
          <p:nvPr/>
        </p:nvSpPr>
        <p:spPr>
          <a:xfrm>
            <a:off x="1854726" y="6015343"/>
            <a:ext cx="1371600" cy="918972"/>
          </a:xfrm>
          <a:prstGeom prst="flowChartDecision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Setup Button Pressed?</a:t>
            </a:r>
          </a:p>
        </p:txBody>
      </p:sp>
      <p:sp>
        <p:nvSpPr>
          <p:cNvPr id="41" name="Flowchart: Process 40">
            <a:extLst>
              <a:ext uri="{FF2B5EF4-FFF2-40B4-BE49-F238E27FC236}">
                <a16:creationId xmlns:a16="http://schemas.microsoft.com/office/drawing/2014/main" id="{0FCE6CD4-05F5-4E22-B63C-CC182362846B}"/>
              </a:ext>
            </a:extLst>
          </p:cNvPr>
          <p:cNvSpPr>
            <a:spLocks noChangeAspect="1"/>
          </p:cNvSpPr>
          <p:nvPr/>
        </p:nvSpPr>
        <p:spPr>
          <a:xfrm>
            <a:off x="3803251" y="6015343"/>
            <a:ext cx="1371600" cy="918972"/>
          </a:xfrm>
          <a:prstGeom prst="flowChartProcess">
            <a:avLst/>
          </a:prstGeom>
          <a:solidFill>
            <a:srgbClr val="C0000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Setup Mode (helper)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2498DA8-54DD-4BDB-B4F6-DEA33F99AA8C}"/>
              </a:ext>
            </a:extLst>
          </p:cNvPr>
          <p:cNvCxnSpPr>
            <a:cxnSpLocks/>
            <a:stCxn id="31" idx="2"/>
            <a:endCxn id="40" idx="0"/>
          </p:cNvCxnSpPr>
          <p:nvPr/>
        </p:nvCxnSpPr>
        <p:spPr>
          <a:xfrm>
            <a:off x="2540526" y="4494865"/>
            <a:ext cx="0" cy="152047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1D86EC5-C37A-4A27-B180-36D69B8D1FAD}"/>
              </a:ext>
            </a:extLst>
          </p:cNvPr>
          <p:cNvCxnSpPr>
            <a:cxnSpLocks/>
            <a:stCxn id="40" idx="3"/>
            <a:endCxn id="41" idx="1"/>
          </p:cNvCxnSpPr>
          <p:nvPr/>
        </p:nvCxnSpPr>
        <p:spPr>
          <a:xfrm>
            <a:off x="3226326" y="6474829"/>
            <a:ext cx="576925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918AC3C5-CE85-4C7D-B432-44A5F7002C73}"/>
              </a:ext>
            </a:extLst>
          </p:cNvPr>
          <p:cNvCxnSpPr>
            <a:cxnSpLocks/>
            <a:stCxn id="16" idx="2"/>
          </p:cNvCxnSpPr>
          <p:nvPr/>
        </p:nvCxnSpPr>
        <p:spPr>
          <a:xfrm rot="5400000">
            <a:off x="3451749" y="1144192"/>
            <a:ext cx="126078" cy="1948525"/>
          </a:xfrm>
          <a:prstGeom prst="bentConnector2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F712ADAF-C1DC-442E-8C80-73D00411F97B}"/>
              </a:ext>
            </a:extLst>
          </p:cNvPr>
          <p:cNvCxnSpPr>
            <a:cxnSpLocks/>
            <a:stCxn id="20" idx="2"/>
          </p:cNvCxnSpPr>
          <p:nvPr/>
        </p:nvCxnSpPr>
        <p:spPr>
          <a:xfrm rot="5400000">
            <a:off x="3456405" y="2359261"/>
            <a:ext cx="116767" cy="1948525"/>
          </a:xfrm>
          <a:prstGeom prst="bentConnector2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D0F8F5F5-4605-487A-9CEC-E49113F75572}"/>
              </a:ext>
            </a:extLst>
          </p:cNvPr>
          <p:cNvCxnSpPr>
            <a:cxnSpLocks/>
            <a:stCxn id="58" idx="2"/>
          </p:cNvCxnSpPr>
          <p:nvPr/>
        </p:nvCxnSpPr>
        <p:spPr>
          <a:xfrm rot="5400000">
            <a:off x="3433529" y="4698784"/>
            <a:ext cx="162518" cy="1948525"/>
          </a:xfrm>
          <a:prstGeom prst="bentConnector2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54645EDD-520E-42C9-B3D1-1F960F19B844}"/>
              </a:ext>
            </a:extLst>
          </p:cNvPr>
          <p:cNvCxnSpPr>
            <a:cxnSpLocks/>
            <a:stCxn id="41" idx="2"/>
          </p:cNvCxnSpPr>
          <p:nvPr/>
        </p:nvCxnSpPr>
        <p:spPr>
          <a:xfrm rot="5400000">
            <a:off x="3403263" y="6071577"/>
            <a:ext cx="223050" cy="1948527"/>
          </a:xfrm>
          <a:prstGeom prst="bentConnector2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B567A25B-2710-42D9-89D4-0629A11D2F95}"/>
              </a:ext>
            </a:extLst>
          </p:cNvPr>
          <p:cNvSpPr>
            <a:spLocks noChangeAspect="1"/>
          </p:cNvSpPr>
          <p:nvPr/>
        </p:nvSpPr>
        <p:spPr>
          <a:xfrm>
            <a:off x="756809" y="1351735"/>
            <a:ext cx="457200" cy="457200"/>
          </a:xfrm>
          <a:prstGeom prst="ellipse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</a:t>
            </a:r>
          </a:p>
        </p:txBody>
      </p:sp>
      <p:sp>
        <p:nvSpPr>
          <p:cNvPr id="58" name="Flowchart: Process 57">
            <a:extLst>
              <a:ext uri="{FF2B5EF4-FFF2-40B4-BE49-F238E27FC236}">
                <a16:creationId xmlns:a16="http://schemas.microsoft.com/office/drawing/2014/main" id="{4210DAE8-4C0C-4818-82D3-16308449B291}"/>
              </a:ext>
            </a:extLst>
          </p:cNvPr>
          <p:cNvSpPr>
            <a:spLocks noChangeAspect="1"/>
          </p:cNvSpPr>
          <p:nvPr/>
        </p:nvSpPr>
        <p:spPr>
          <a:xfrm>
            <a:off x="3803250" y="4672815"/>
            <a:ext cx="1371600" cy="918972"/>
          </a:xfrm>
          <a:prstGeom prst="flowChartProcess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Set or Restore Range Values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10E92C9-0FAD-4D7B-9292-BE155F6B32EA}"/>
              </a:ext>
            </a:extLst>
          </p:cNvPr>
          <p:cNvCxnSpPr>
            <a:cxnSpLocks/>
            <a:stCxn id="32" idx="2"/>
            <a:endCxn id="58" idx="0"/>
          </p:cNvCxnSpPr>
          <p:nvPr/>
        </p:nvCxnSpPr>
        <p:spPr>
          <a:xfrm flipH="1">
            <a:off x="4489050" y="4494865"/>
            <a:ext cx="1" cy="17795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83EB0F35-EE4D-45F7-8962-B4263414AF0E}"/>
              </a:ext>
            </a:extLst>
          </p:cNvPr>
          <p:cNvSpPr txBox="1"/>
          <p:nvPr/>
        </p:nvSpPr>
        <p:spPr>
          <a:xfrm>
            <a:off x="118590" y="7842180"/>
            <a:ext cx="31077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Primary Process Loop</a:t>
            </a:r>
          </a:p>
          <a:p>
            <a:r>
              <a:rPr lang="en-US" b="1" dirty="0"/>
              <a:t>Watch Push Buttons</a:t>
            </a:r>
          </a:p>
          <a:p>
            <a:r>
              <a:rPr lang="en-US" b="1" dirty="0"/>
              <a:t>Setup Mode</a:t>
            </a:r>
          </a:p>
        </p:txBody>
      </p: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44E14D30-19C3-4B0F-8375-34DE9E032332}"/>
              </a:ext>
            </a:extLst>
          </p:cNvPr>
          <p:cNvCxnSpPr>
            <a:cxnSpLocks/>
            <a:stCxn id="40" idx="2"/>
            <a:endCxn id="53" idx="4"/>
          </p:cNvCxnSpPr>
          <p:nvPr/>
        </p:nvCxnSpPr>
        <p:spPr>
          <a:xfrm rot="5400000" flipH="1">
            <a:off x="-799722" y="3594067"/>
            <a:ext cx="5125380" cy="1555117"/>
          </a:xfrm>
          <a:prstGeom prst="bentConnector3">
            <a:avLst>
              <a:gd name="adj1" fmla="val -4460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61B43610-E4B0-411E-9B3D-DA52B615EE37}"/>
              </a:ext>
            </a:extLst>
          </p:cNvPr>
          <p:cNvSpPr txBox="1"/>
          <p:nvPr/>
        </p:nvSpPr>
        <p:spPr>
          <a:xfrm>
            <a:off x="208369" y="901071"/>
            <a:ext cx="1554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/>
              <a:t>To Start of</a:t>
            </a:r>
          </a:p>
          <a:p>
            <a:pPr algn="ctr"/>
            <a:r>
              <a:rPr lang="en-US" sz="1200" b="1" dirty="0"/>
              <a:t>Primary Process Loop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F6A535E-83F8-49EC-B44A-CA3FFCDEB41F}"/>
              </a:ext>
            </a:extLst>
          </p:cNvPr>
          <p:cNvSpPr txBox="1"/>
          <p:nvPr/>
        </p:nvSpPr>
        <p:spPr>
          <a:xfrm>
            <a:off x="3136157" y="1351735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Yes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79592CF-A35C-434D-8576-48F3413E823D}"/>
              </a:ext>
            </a:extLst>
          </p:cNvPr>
          <p:cNvSpPr txBox="1"/>
          <p:nvPr/>
        </p:nvSpPr>
        <p:spPr>
          <a:xfrm>
            <a:off x="2190748" y="1994861"/>
            <a:ext cx="3497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No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15E96C0-0D55-47C8-992F-006C34F4BCA9}"/>
              </a:ext>
            </a:extLst>
          </p:cNvPr>
          <p:cNvSpPr txBox="1"/>
          <p:nvPr/>
        </p:nvSpPr>
        <p:spPr>
          <a:xfrm>
            <a:off x="3106466" y="2579051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Yes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9D6E9EE-B4D5-4CBD-90A6-C21920DAEFB8}"/>
              </a:ext>
            </a:extLst>
          </p:cNvPr>
          <p:cNvSpPr txBox="1"/>
          <p:nvPr/>
        </p:nvSpPr>
        <p:spPr>
          <a:xfrm>
            <a:off x="2161057" y="3222177"/>
            <a:ext cx="3497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No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25B980E-D608-479A-B447-E164B7FBA139}"/>
              </a:ext>
            </a:extLst>
          </p:cNvPr>
          <p:cNvSpPr txBox="1"/>
          <p:nvPr/>
        </p:nvSpPr>
        <p:spPr>
          <a:xfrm>
            <a:off x="3144633" y="3798069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Yes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059F6D4-AEEA-4A0A-80E3-D69EA810F464}"/>
              </a:ext>
            </a:extLst>
          </p:cNvPr>
          <p:cNvSpPr txBox="1"/>
          <p:nvPr/>
        </p:nvSpPr>
        <p:spPr>
          <a:xfrm>
            <a:off x="2199224" y="4441195"/>
            <a:ext cx="3497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No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669A2CB-1953-4B5D-8E18-7DB4F44F805F}"/>
              </a:ext>
            </a:extLst>
          </p:cNvPr>
          <p:cNvSpPr txBox="1"/>
          <p:nvPr/>
        </p:nvSpPr>
        <p:spPr>
          <a:xfrm>
            <a:off x="3133057" y="6252630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Yes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D303A55-703E-4A44-A390-8CC0999EB693}"/>
              </a:ext>
            </a:extLst>
          </p:cNvPr>
          <p:cNvSpPr txBox="1"/>
          <p:nvPr/>
        </p:nvSpPr>
        <p:spPr>
          <a:xfrm>
            <a:off x="2187648" y="6895756"/>
            <a:ext cx="3497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763155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D4DAECD-8D69-43D3-A91A-12A982262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327053" y="2497160"/>
            <a:ext cx="2176461" cy="39535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ABB6573-3EE3-423A-B11F-5468A71D3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253894" y="5221950"/>
            <a:ext cx="2350212" cy="398103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4B159B7-7DE1-48BA-9AB0-FCEECED159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174639" y="-267258"/>
            <a:ext cx="2441660" cy="3913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689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62544EB5-4E20-427D-9049-FCDC6EAC856F}"/>
              </a:ext>
            </a:extLst>
          </p:cNvPr>
          <p:cNvSpPr>
            <a:spLocks noChangeAspect="1"/>
          </p:cNvSpPr>
          <p:nvPr/>
        </p:nvSpPr>
        <p:spPr>
          <a:xfrm>
            <a:off x="1799866" y="1195988"/>
            <a:ext cx="1371600" cy="918972"/>
          </a:xfrm>
          <a:prstGeom prst="flowChartProcess">
            <a:avLst/>
          </a:prstGeom>
          <a:solidFill>
            <a:srgbClr val="7030A0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Clear Minimum, Maximum, and Sum</a:t>
            </a:r>
          </a:p>
        </p:txBody>
      </p:sp>
      <p:sp>
        <p:nvSpPr>
          <p:cNvPr id="20" name="Flowchart: Process 19">
            <a:extLst>
              <a:ext uri="{FF2B5EF4-FFF2-40B4-BE49-F238E27FC236}">
                <a16:creationId xmlns:a16="http://schemas.microsoft.com/office/drawing/2014/main" id="{73293C7C-CA17-4604-974D-12CF40E8768E}"/>
              </a:ext>
            </a:extLst>
          </p:cNvPr>
          <p:cNvSpPr>
            <a:spLocks noChangeAspect="1"/>
          </p:cNvSpPr>
          <p:nvPr/>
        </p:nvSpPr>
        <p:spPr>
          <a:xfrm>
            <a:off x="3713516" y="1197998"/>
            <a:ext cx="1371600" cy="918972"/>
          </a:xfrm>
          <a:prstGeom prst="flowChartProcess">
            <a:avLst/>
          </a:prstGeom>
          <a:solidFill>
            <a:srgbClr val="7030A0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Clear Histogram Legend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D62C164-687A-46DA-B8A9-D4E4FB6D5881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2485666" y="888108"/>
            <a:ext cx="1" cy="321735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54645EDD-520E-42C9-B3D1-1F960F19B844}"/>
              </a:ext>
            </a:extLst>
          </p:cNvPr>
          <p:cNvCxnSpPr>
            <a:cxnSpLocks/>
            <a:stCxn id="61" idx="1"/>
            <a:endCxn id="35" idx="1"/>
          </p:cNvCxnSpPr>
          <p:nvPr/>
        </p:nvCxnSpPr>
        <p:spPr>
          <a:xfrm rot="10800000">
            <a:off x="1785247" y="3033932"/>
            <a:ext cx="7834" cy="4902948"/>
          </a:xfrm>
          <a:prstGeom prst="bentConnector3">
            <a:avLst>
              <a:gd name="adj1" fmla="val 10701021"/>
            </a:avLst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83EB0F35-EE4D-45F7-8962-B4263414AF0E}"/>
              </a:ext>
            </a:extLst>
          </p:cNvPr>
          <p:cNvSpPr txBox="1"/>
          <p:nvPr/>
        </p:nvSpPr>
        <p:spPr>
          <a:xfrm>
            <a:off x="242954" y="8719937"/>
            <a:ext cx="3107735" cy="369332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Update Image Frame Helper</a:t>
            </a:r>
          </a:p>
        </p:txBody>
      </p:sp>
      <p:sp>
        <p:nvSpPr>
          <p:cNvPr id="2" name="Flowchart: Terminator 1">
            <a:extLst>
              <a:ext uri="{FF2B5EF4-FFF2-40B4-BE49-F238E27FC236}">
                <a16:creationId xmlns:a16="http://schemas.microsoft.com/office/drawing/2014/main" id="{FDA3208A-504C-4A0B-B271-B6F4403EC093}"/>
              </a:ext>
            </a:extLst>
          </p:cNvPr>
          <p:cNvSpPr/>
          <p:nvPr/>
        </p:nvSpPr>
        <p:spPr>
          <a:xfrm>
            <a:off x="1542331" y="466358"/>
            <a:ext cx="1886669" cy="421750"/>
          </a:xfrm>
          <a:prstGeom prst="flowChartTerminator">
            <a:avLst/>
          </a:prstGeom>
          <a:solidFill>
            <a:srgbClr val="7030A0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err="1"/>
              <a:t>update_image_frame</a:t>
            </a:r>
            <a:endParaRPr lang="en-US" sz="1100" b="1" dirty="0"/>
          </a:p>
          <a:p>
            <a:pPr algn="ctr"/>
            <a:r>
              <a:rPr lang="en-US" sz="1100" b="1" dirty="0"/>
              <a:t>Helper</a:t>
            </a:r>
          </a:p>
        </p:txBody>
      </p:sp>
      <p:sp>
        <p:nvSpPr>
          <p:cNvPr id="33" name="Flowchart: Decision 32">
            <a:extLst>
              <a:ext uri="{FF2B5EF4-FFF2-40B4-BE49-F238E27FC236}">
                <a16:creationId xmlns:a16="http://schemas.microsoft.com/office/drawing/2014/main" id="{9601C429-E605-4697-8E00-50E9D0C20512}"/>
              </a:ext>
            </a:extLst>
          </p:cNvPr>
          <p:cNvSpPr>
            <a:spLocks noChangeAspect="1"/>
          </p:cNvSpPr>
          <p:nvPr/>
        </p:nvSpPr>
        <p:spPr>
          <a:xfrm>
            <a:off x="1785247" y="3801299"/>
            <a:ext cx="1371600" cy="918972"/>
          </a:xfrm>
          <a:prstGeom prst="flowChartDecision">
            <a:avLst/>
          </a:prstGeom>
          <a:solidFill>
            <a:srgbClr val="7030A0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All Data Processed?</a:t>
            </a:r>
          </a:p>
        </p:txBody>
      </p:sp>
      <p:sp>
        <p:nvSpPr>
          <p:cNvPr id="35" name="Flowchart: Process 34">
            <a:extLst>
              <a:ext uri="{FF2B5EF4-FFF2-40B4-BE49-F238E27FC236}">
                <a16:creationId xmlns:a16="http://schemas.microsoft.com/office/drawing/2014/main" id="{A633F932-6AA3-4D04-9ED3-2623954B0FE0}"/>
              </a:ext>
            </a:extLst>
          </p:cNvPr>
          <p:cNvSpPr>
            <a:spLocks noChangeAspect="1"/>
          </p:cNvSpPr>
          <p:nvPr/>
        </p:nvSpPr>
        <p:spPr>
          <a:xfrm>
            <a:off x="1785247" y="2574446"/>
            <a:ext cx="1371600" cy="918972"/>
          </a:xfrm>
          <a:prstGeom prst="flowChartProcess">
            <a:avLst/>
          </a:prstGeom>
          <a:solidFill>
            <a:srgbClr val="7030A0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Step Through Camera Data Array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9EF3948-8899-4009-81D3-FD4F6F4499F2}"/>
              </a:ext>
            </a:extLst>
          </p:cNvPr>
          <p:cNvCxnSpPr>
            <a:cxnSpLocks/>
          </p:cNvCxnSpPr>
          <p:nvPr/>
        </p:nvCxnSpPr>
        <p:spPr>
          <a:xfrm>
            <a:off x="2478881" y="3516236"/>
            <a:ext cx="0" cy="300753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3CCF592-6D6E-44C5-ABFC-93F988F0B719}"/>
              </a:ext>
            </a:extLst>
          </p:cNvPr>
          <p:cNvSpPr txBox="1"/>
          <p:nvPr/>
        </p:nvSpPr>
        <p:spPr>
          <a:xfrm>
            <a:off x="2464526" y="4714335"/>
            <a:ext cx="352982" cy="261610"/>
          </a:xfrm>
          <a:prstGeom prst="rect">
            <a:avLst/>
          </a:prstGeom>
          <a:noFill/>
          <a:ln w="38100">
            <a:noFill/>
          </a:ln>
        </p:spPr>
        <p:txBody>
          <a:bodyPr wrap="none" rtlCol="0">
            <a:spAutoFit/>
          </a:bodyPr>
          <a:lstStyle/>
          <a:p>
            <a:r>
              <a:rPr lang="en-US" sz="1100" b="1" dirty="0"/>
              <a:t>No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4F3190B-CBE5-4099-9DEC-041C44DAC352}"/>
              </a:ext>
            </a:extLst>
          </p:cNvPr>
          <p:cNvSpPr txBox="1"/>
          <p:nvPr/>
        </p:nvSpPr>
        <p:spPr>
          <a:xfrm>
            <a:off x="3082550" y="4014865"/>
            <a:ext cx="381576" cy="261610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US" sz="1100" b="1" dirty="0"/>
              <a:t>Yes</a:t>
            </a:r>
          </a:p>
        </p:txBody>
      </p:sp>
      <p:sp>
        <p:nvSpPr>
          <p:cNvPr id="55" name="Flowchart: Terminator 54">
            <a:extLst>
              <a:ext uri="{FF2B5EF4-FFF2-40B4-BE49-F238E27FC236}">
                <a16:creationId xmlns:a16="http://schemas.microsoft.com/office/drawing/2014/main" id="{29B0660F-E341-4AF3-9E4F-0F2B1AA8E0C8}"/>
              </a:ext>
            </a:extLst>
          </p:cNvPr>
          <p:cNvSpPr/>
          <p:nvPr/>
        </p:nvSpPr>
        <p:spPr>
          <a:xfrm>
            <a:off x="3726987" y="4049910"/>
            <a:ext cx="1886669" cy="421750"/>
          </a:xfrm>
          <a:prstGeom prst="flowChartTerminator">
            <a:avLst/>
          </a:prstGeom>
          <a:solidFill>
            <a:srgbClr val="7030A0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Return Minimum, Maximum, and Sum</a:t>
            </a:r>
          </a:p>
        </p:txBody>
      </p:sp>
      <p:sp>
        <p:nvSpPr>
          <p:cNvPr id="57" name="Flowchart: Process 56">
            <a:extLst>
              <a:ext uri="{FF2B5EF4-FFF2-40B4-BE49-F238E27FC236}">
                <a16:creationId xmlns:a16="http://schemas.microsoft.com/office/drawing/2014/main" id="{33B0930A-0230-4E63-ADE1-3FEA77B5D3F7}"/>
              </a:ext>
            </a:extLst>
          </p:cNvPr>
          <p:cNvSpPr>
            <a:spLocks noChangeAspect="1"/>
          </p:cNvSpPr>
          <p:nvPr/>
        </p:nvSpPr>
        <p:spPr>
          <a:xfrm>
            <a:off x="1796822" y="5028175"/>
            <a:ext cx="1371600" cy="918972"/>
          </a:xfrm>
          <a:prstGeom prst="flowChartProcess">
            <a:avLst/>
          </a:prstGeom>
          <a:solidFill>
            <a:srgbClr val="7030A0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Limit Sensor Temperature Value to Default Range</a:t>
            </a:r>
          </a:p>
        </p:txBody>
      </p:sp>
      <p:sp>
        <p:nvSpPr>
          <p:cNvPr id="61" name="Flowchart: Process 60">
            <a:extLst>
              <a:ext uri="{FF2B5EF4-FFF2-40B4-BE49-F238E27FC236}">
                <a16:creationId xmlns:a16="http://schemas.microsoft.com/office/drawing/2014/main" id="{DE0BC29D-36A1-4985-B4B2-0BFA790D3478}"/>
              </a:ext>
            </a:extLst>
          </p:cNvPr>
          <p:cNvSpPr>
            <a:spLocks noChangeAspect="1"/>
          </p:cNvSpPr>
          <p:nvPr/>
        </p:nvSpPr>
        <p:spPr>
          <a:xfrm>
            <a:off x="1793081" y="7477394"/>
            <a:ext cx="1371600" cy="918972"/>
          </a:xfrm>
          <a:prstGeom prst="flowChartProcess">
            <a:avLst/>
          </a:prstGeom>
          <a:solidFill>
            <a:srgbClr val="7030A0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Determine New Min/Max and Sum Values</a:t>
            </a:r>
          </a:p>
        </p:txBody>
      </p: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D04AF259-A2E3-4322-A999-7DF884483DD5}"/>
              </a:ext>
            </a:extLst>
          </p:cNvPr>
          <p:cNvCxnSpPr>
            <a:cxnSpLocks/>
            <a:stCxn id="20" idx="2"/>
            <a:endCxn id="35" idx="0"/>
          </p:cNvCxnSpPr>
          <p:nvPr/>
        </p:nvCxnSpPr>
        <p:spPr>
          <a:xfrm rot="5400000">
            <a:off x="3206444" y="1381574"/>
            <a:ext cx="457476" cy="1928269"/>
          </a:xfrm>
          <a:prstGeom prst="bentConnector3">
            <a:avLst>
              <a:gd name="adj1" fmla="val 50000"/>
            </a:avLst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DEEC6B3-01BD-4DAE-B98A-28D04CFBC642}"/>
              </a:ext>
            </a:extLst>
          </p:cNvPr>
          <p:cNvCxnSpPr>
            <a:cxnSpLocks/>
          </p:cNvCxnSpPr>
          <p:nvPr/>
        </p:nvCxnSpPr>
        <p:spPr>
          <a:xfrm>
            <a:off x="3150062" y="4260785"/>
            <a:ext cx="576925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EDF7A49B-B9E8-44FE-8A86-BEDA39EE653E}"/>
              </a:ext>
            </a:extLst>
          </p:cNvPr>
          <p:cNvCxnSpPr>
            <a:cxnSpLocks/>
            <a:stCxn id="16" idx="3"/>
            <a:endCxn id="20" idx="1"/>
          </p:cNvCxnSpPr>
          <p:nvPr/>
        </p:nvCxnSpPr>
        <p:spPr>
          <a:xfrm>
            <a:off x="3171466" y="1655474"/>
            <a:ext cx="542050" cy="201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27C4FDEF-2967-4D37-9357-4E1F4F211FD1}"/>
              </a:ext>
            </a:extLst>
          </p:cNvPr>
          <p:cNvCxnSpPr>
            <a:cxnSpLocks/>
          </p:cNvCxnSpPr>
          <p:nvPr/>
        </p:nvCxnSpPr>
        <p:spPr>
          <a:xfrm>
            <a:off x="2482622" y="4727422"/>
            <a:ext cx="0" cy="300753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7" name="Flowchart: Process 76">
            <a:extLst>
              <a:ext uri="{FF2B5EF4-FFF2-40B4-BE49-F238E27FC236}">
                <a16:creationId xmlns:a16="http://schemas.microsoft.com/office/drawing/2014/main" id="{454C5912-718E-403D-B1CA-40FD162F8F60}"/>
              </a:ext>
            </a:extLst>
          </p:cNvPr>
          <p:cNvSpPr>
            <a:spLocks noChangeAspect="1"/>
          </p:cNvSpPr>
          <p:nvPr/>
        </p:nvSpPr>
        <p:spPr>
          <a:xfrm>
            <a:off x="1799866" y="6270718"/>
            <a:ext cx="1371600" cy="918972"/>
          </a:xfrm>
          <a:prstGeom prst="flowChartProcess">
            <a:avLst/>
          </a:prstGeom>
          <a:solidFill>
            <a:srgbClr val="7030A0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Assign Color Based on Value</a:t>
            </a:r>
          </a:p>
          <a:p>
            <a:pPr algn="ctr"/>
            <a:r>
              <a:rPr lang="en-US" sz="1100" b="1" dirty="0"/>
              <a:t>and Update Display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C0070933-A12C-4F4E-BC44-6E69442B102F}"/>
              </a:ext>
            </a:extLst>
          </p:cNvPr>
          <p:cNvCxnSpPr>
            <a:cxnSpLocks/>
          </p:cNvCxnSpPr>
          <p:nvPr/>
        </p:nvCxnSpPr>
        <p:spPr>
          <a:xfrm>
            <a:off x="2472195" y="7189690"/>
            <a:ext cx="0" cy="300753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56E894B1-3876-4413-BDF8-47E65E327058}"/>
              </a:ext>
            </a:extLst>
          </p:cNvPr>
          <p:cNvCxnSpPr>
            <a:cxnSpLocks/>
          </p:cNvCxnSpPr>
          <p:nvPr/>
        </p:nvCxnSpPr>
        <p:spPr>
          <a:xfrm>
            <a:off x="2454586" y="5947147"/>
            <a:ext cx="0" cy="300753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8835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62544EB5-4E20-427D-9049-FCDC6EAC856F}"/>
              </a:ext>
            </a:extLst>
          </p:cNvPr>
          <p:cNvSpPr>
            <a:spLocks noChangeAspect="1"/>
          </p:cNvSpPr>
          <p:nvPr/>
        </p:nvSpPr>
        <p:spPr>
          <a:xfrm>
            <a:off x="1799866" y="1195988"/>
            <a:ext cx="1371600" cy="918972"/>
          </a:xfrm>
          <a:prstGeom prst="flowChartProcess">
            <a:avLst/>
          </a:prstGeom>
          <a:solidFill>
            <a:srgbClr val="00B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Clear Minimum, Maximum, and Sum</a:t>
            </a:r>
          </a:p>
        </p:txBody>
      </p:sp>
      <p:sp>
        <p:nvSpPr>
          <p:cNvPr id="20" name="Flowchart: Process 19">
            <a:extLst>
              <a:ext uri="{FF2B5EF4-FFF2-40B4-BE49-F238E27FC236}">
                <a16:creationId xmlns:a16="http://schemas.microsoft.com/office/drawing/2014/main" id="{73293C7C-CA17-4604-974D-12CF40E8768E}"/>
              </a:ext>
            </a:extLst>
          </p:cNvPr>
          <p:cNvSpPr>
            <a:spLocks noChangeAspect="1"/>
          </p:cNvSpPr>
          <p:nvPr/>
        </p:nvSpPr>
        <p:spPr>
          <a:xfrm>
            <a:off x="3713516" y="1197998"/>
            <a:ext cx="1371600" cy="918972"/>
          </a:xfrm>
          <a:prstGeom prst="flowChartProcess">
            <a:avLst/>
          </a:prstGeom>
          <a:solidFill>
            <a:srgbClr val="00B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Display Histogram Legend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D62C164-687A-46DA-B8A9-D4E4FB6D5881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2485666" y="888108"/>
            <a:ext cx="1" cy="32173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54645EDD-520E-42C9-B3D1-1F960F19B844}"/>
              </a:ext>
            </a:extLst>
          </p:cNvPr>
          <p:cNvCxnSpPr>
            <a:cxnSpLocks/>
            <a:stCxn id="61" idx="1"/>
            <a:endCxn id="35" idx="1"/>
          </p:cNvCxnSpPr>
          <p:nvPr/>
        </p:nvCxnSpPr>
        <p:spPr>
          <a:xfrm rot="10800000" flipH="1">
            <a:off x="1772507" y="3033932"/>
            <a:ext cx="12739" cy="4845606"/>
          </a:xfrm>
          <a:prstGeom prst="bentConnector3">
            <a:avLst>
              <a:gd name="adj1" fmla="val -5883201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83EB0F35-EE4D-45F7-8962-B4263414AF0E}"/>
              </a:ext>
            </a:extLst>
          </p:cNvPr>
          <p:cNvSpPr txBox="1"/>
          <p:nvPr/>
        </p:nvSpPr>
        <p:spPr>
          <a:xfrm>
            <a:off x="233345" y="8655524"/>
            <a:ext cx="3493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Update Histogram Frame Helper</a:t>
            </a:r>
          </a:p>
        </p:txBody>
      </p:sp>
      <p:sp>
        <p:nvSpPr>
          <p:cNvPr id="2" name="Flowchart: Terminator 1">
            <a:extLst>
              <a:ext uri="{FF2B5EF4-FFF2-40B4-BE49-F238E27FC236}">
                <a16:creationId xmlns:a16="http://schemas.microsoft.com/office/drawing/2014/main" id="{FDA3208A-504C-4A0B-B271-B6F4403EC093}"/>
              </a:ext>
            </a:extLst>
          </p:cNvPr>
          <p:cNvSpPr/>
          <p:nvPr/>
        </p:nvSpPr>
        <p:spPr>
          <a:xfrm>
            <a:off x="1542331" y="466358"/>
            <a:ext cx="1886669" cy="421750"/>
          </a:xfrm>
          <a:prstGeom prst="flowChartTerminator">
            <a:avLst/>
          </a:prstGeom>
          <a:solidFill>
            <a:srgbClr val="00B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err="1"/>
              <a:t>update_histo_frame</a:t>
            </a:r>
            <a:endParaRPr lang="en-US" sz="1100" b="1" dirty="0"/>
          </a:p>
          <a:p>
            <a:pPr algn="ctr"/>
            <a:r>
              <a:rPr lang="en-US" sz="1100" b="1" dirty="0"/>
              <a:t>Helper</a:t>
            </a:r>
          </a:p>
        </p:txBody>
      </p:sp>
      <p:sp>
        <p:nvSpPr>
          <p:cNvPr id="33" name="Flowchart: Decision 32">
            <a:extLst>
              <a:ext uri="{FF2B5EF4-FFF2-40B4-BE49-F238E27FC236}">
                <a16:creationId xmlns:a16="http://schemas.microsoft.com/office/drawing/2014/main" id="{9601C429-E605-4697-8E00-50E9D0C20512}"/>
              </a:ext>
            </a:extLst>
          </p:cNvPr>
          <p:cNvSpPr>
            <a:spLocks noChangeAspect="1"/>
          </p:cNvSpPr>
          <p:nvPr/>
        </p:nvSpPr>
        <p:spPr>
          <a:xfrm>
            <a:off x="1785247" y="3801299"/>
            <a:ext cx="1371600" cy="918972"/>
          </a:xfrm>
          <a:prstGeom prst="flowChartDecision">
            <a:avLst/>
          </a:prstGeom>
          <a:solidFill>
            <a:srgbClr val="00B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All Data Processed?</a:t>
            </a:r>
          </a:p>
        </p:txBody>
      </p:sp>
      <p:sp>
        <p:nvSpPr>
          <p:cNvPr id="35" name="Flowchart: Process 34">
            <a:extLst>
              <a:ext uri="{FF2B5EF4-FFF2-40B4-BE49-F238E27FC236}">
                <a16:creationId xmlns:a16="http://schemas.microsoft.com/office/drawing/2014/main" id="{A633F932-6AA3-4D04-9ED3-2623954B0FE0}"/>
              </a:ext>
            </a:extLst>
          </p:cNvPr>
          <p:cNvSpPr>
            <a:spLocks noChangeAspect="1"/>
          </p:cNvSpPr>
          <p:nvPr/>
        </p:nvSpPr>
        <p:spPr>
          <a:xfrm>
            <a:off x="1785247" y="2574446"/>
            <a:ext cx="1371600" cy="918972"/>
          </a:xfrm>
          <a:prstGeom prst="flowChartProcess">
            <a:avLst/>
          </a:prstGeom>
          <a:solidFill>
            <a:srgbClr val="00B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Step Through Camera Data Array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9EF3948-8899-4009-81D3-FD4F6F4499F2}"/>
              </a:ext>
            </a:extLst>
          </p:cNvPr>
          <p:cNvCxnSpPr>
            <a:cxnSpLocks/>
          </p:cNvCxnSpPr>
          <p:nvPr/>
        </p:nvCxnSpPr>
        <p:spPr>
          <a:xfrm>
            <a:off x="2478881" y="3516236"/>
            <a:ext cx="0" cy="30075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3CCF592-6D6E-44C5-ABFC-93F988F0B719}"/>
              </a:ext>
            </a:extLst>
          </p:cNvPr>
          <p:cNvSpPr txBox="1"/>
          <p:nvPr/>
        </p:nvSpPr>
        <p:spPr>
          <a:xfrm>
            <a:off x="2464526" y="4714335"/>
            <a:ext cx="352982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100" b="1" dirty="0"/>
              <a:t>No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4F3190B-CBE5-4099-9DEC-041C44DAC352}"/>
              </a:ext>
            </a:extLst>
          </p:cNvPr>
          <p:cNvSpPr txBox="1"/>
          <p:nvPr/>
        </p:nvSpPr>
        <p:spPr>
          <a:xfrm>
            <a:off x="3082550" y="4014865"/>
            <a:ext cx="381576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 b="1" dirty="0"/>
              <a:t>Yes</a:t>
            </a:r>
          </a:p>
        </p:txBody>
      </p:sp>
      <p:sp>
        <p:nvSpPr>
          <p:cNvPr id="57" name="Flowchart: Process 56">
            <a:extLst>
              <a:ext uri="{FF2B5EF4-FFF2-40B4-BE49-F238E27FC236}">
                <a16:creationId xmlns:a16="http://schemas.microsoft.com/office/drawing/2014/main" id="{33B0930A-0230-4E63-ADE1-3FEA77B5D3F7}"/>
              </a:ext>
            </a:extLst>
          </p:cNvPr>
          <p:cNvSpPr>
            <a:spLocks noChangeAspect="1"/>
          </p:cNvSpPr>
          <p:nvPr/>
        </p:nvSpPr>
        <p:spPr>
          <a:xfrm>
            <a:off x="1796822" y="5028175"/>
            <a:ext cx="1371600" cy="918972"/>
          </a:xfrm>
          <a:prstGeom prst="flowChartProcess">
            <a:avLst/>
          </a:prstGeom>
          <a:solidFill>
            <a:srgbClr val="00B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Limit Sensor Temperature Value to Default Range</a:t>
            </a:r>
          </a:p>
        </p:txBody>
      </p:sp>
      <p:sp>
        <p:nvSpPr>
          <p:cNvPr id="61" name="Flowchart: Process 60">
            <a:extLst>
              <a:ext uri="{FF2B5EF4-FFF2-40B4-BE49-F238E27FC236}">
                <a16:creationId xmlns:a16="http://schemas.microsoft.com/office/drawing/2014/main" id="{DE0BC29D-36A1-4985-B4B2-0BFA790D3478}"/>
              </a:ext>
            </a:extLst>
          </p:cNvPr>
          <p:cNvSpPr>
            <a:spLocks noChangeAspect="1"/>
          </p:cNvSpPr>
          <p:nvPr/>
        </p:nvSpPr>
        <p:spPr>
          <a:xfrm>
            <a:off x="1772508" y="7420052"/>
            <a:ext cx="1371600" cy="918972"/>
          </a:xfrm>
          <a:prstGeom prst="flowChartProcess">
            <a:avLst/>
          </a:prstGeom>
          <a:solidFill>
            <a:srgbClr val="00B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Determine New Min/Max and Sum Values</a:t>
            </a:r>
          </a:p>
        </p:txBody>
      </p: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D04AF259-A2E3-4322-A999-7DF884483DD5}"/>
              </a:ext>
            </a:extLst>
          </p:cNvPr>
          <p:cNvCxnSpPr>
            <a:cxnSpLocks/>
            <a:stCxn id="20" idx="2"/>
            <a:endCxn id="35" idx="0"/>
          </p:cNvCxnSpPr>
          <p:nvPr/>
        </p:nvCxnSpPr>
        <p:spPr>
          <a:xfrm rot="5400000">
            <a:off x="3206444" y="1381574"/>
            <a:ext cx="457476" cy="1928269"/>
          </a:xfrm>
          <a:prstGeom prst="bentConnector3">
            <a:avLst>
              <a:gd name="adj1" fmla="val 50000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DEEC6B3-01BD-4DAE-B98A-28D04CFBC642}"/>
              </a:ext>
            </a:extLst>
          </p:cNvPr>
          <p:cNvCxnSpPr>
            <a:cxnSpLocks/>
          </p:cNvCxnSpPr>
          <p:nvPr/>
        </p:nvCxnSpPr>
        <p:spPr>
          <a:xfrm>
            <a:off x="3150062" y="4260785"/>
            <a:ext cx="576925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EDF7A49B-B9E8-44FE-8A86-BEDA39EE653E}"/>
              </a:ext>
            </a:extLst>
          </p:cNvPr>
          <p:cNvCxnSpPr>
            <a:cxnSpLocks/>
            <a:stCxn id="16" idx="3"/>
            <a:endCxn id="20" idx="1"/>
          </p:cNvCxnSpPr>
          <p:nvPr/>
        </p:nvCxnSpPr>
        <p:spPr>
          <a:xfrm>
            <a:off x="3171466" y="1655474"/>
            <a:ext cx="542050" cy="201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27C4FDEF-2967-4D37-9357-4E1F4F211FD1}"/>
              </a:ext>
            </a:extLst>
          </p:cNvPr>
          <p:cNvCxnSpPr>
            <a:cxnSpLocks/>
          </p:cNvCxnSpPr>
          <p:nvPr/>
        </p:nvCxnSpPr>
        <p:spPr>
          <a:xfrm>
            <a:off x="2482622" y="4727422"/>
            <a:ext cx="0" cy="30075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7" name="Flowchart: Process 76">
            <a:extLst>
              <a:ext uri="{FF2B5EF4-FFF2-40B4-BE49-F238E27FC236}">
                <a16:creationId xmlns:a16="http://schemas.microsoft.com/office/drawing/2014/main" id="{454C5912-718E-403D-B1CA-40FD162F8F60}"/>
              </a:ext>
            </a:extLst>
          </p:cNvPr>
          <p:cNvSpPr>
            <a:spLocks noChangeAspect="1"/>
          </p:cNvSpPr>
          <p:nvPr/>
        </p:nvSpPr>
        <p:spPr>
          <a:xfrm>
            <a:off x="1785247" y="6231041"/>
            <a:ext cx="1371600" cy="918972"/>
          </a:xfrm>
          <a:prstGeom prst="flowChartProcess">
            <a:avLst/>
          </a:prstGeom>
          <a:solidFill>
            <a:srgbClr val="00B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Count Value Occurrence in Histogram Distribution List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3D2F226-302F-4A8F-A402-7C1BE12DBC66}"/>
              </a:ext>
            </a:extLst>
          </p:cNvPr>
          <p:cNvCxnSpPr>
            <a:cxnSpLocks/>
          </p:cNvCxnSpPr>
          <p:nvPr/>
        </p:nvCxnSpPr>
        <p:spPr>
          <a:xfrm>
            <a:off x="2464526" y="5947147"/>
            <a:ext cx="0" cy="30075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8" name="Flowchart: Terminator 27">
            <a:extLst>
              <a:ext uri="{FF2B5EF4-FFF2-40B4-BE49-F238E27FC236}">
                <a16:creationId xmlns:a16="http://schemas.microsoft.com/office/drawing/2014/main" id="{72E13E0F-5E25-4CE3-9E2D-F42F24A02B92}"/>
              </a:ext>
            </a:extLst>
          </p:cNvPr>
          <p:cNvSpPr/>
          <p:nvPr/>
        </p:nvSpPr>
        <p:spPr>
          <a:xfrm>
            <a:off x="3452551" y="5245523"/>
            <a:ext cx="1886669" cy="421750"/>
          </a:xfrm>
          <a:prstGeom prst="flowChartTerminator">
            <a:avLst/>
          </a:prstGeom>
          <a:solidFill>
            <a:srgbClr val="00B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Return Minimum, Maximum, and Sum</a:t>
            </a:r>
          </a:p>
        </p:txBody>
      </p:sp>
      <p:sp>
        <p:nvSpPr>
          <p:cNvPr id="29" name="Flowchart: Process 28">
            <a:extLst>
              <a:ext uri="{FF2B5EF4-FFF2-40B4-BE49-F238E27FC236}">
                <a16:creationId xmlns:a16="http://schemas.microsoft.com/office/drawing/2014/main" id="{2BF40AE5-0D66-4F4C-9DDA-746B02C3CA4D}"/>
              </a:ext>
            </a:extLst>
          </p:cNvPr>
          <p:cNvSpPr>
            <a:spLocks noChangeAspect="1"/>
          </p:cNvSpPr>
          <p:nvPr/>
        </p:nvSpPr>
        <p:spPr>
          <a:xfrm>
            <a:off x="3713516" y="3816989"/>
            <a:ext cx="1371600" cy="918972"/>
          </a:xfrm>
          <a:prstGeom prst="flowChartProcess">
            <a:avLst/>
          </a:prstGeom>
          <a:solidFill>
            <a:srgbClr val="00B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Display Histogram Distribution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052EB29-69E1-4D62-8F7E-A4B77F1F8146}"/>
              </a:ext>
            </a:extLst>
          </p:cNvPr>
          <p:cNvCxnSpPr>
            <a:cxnSpLocks/>
            <a:stCxn id="29" idx="2"/>
            <a:endCxn id="28" idx="0"/>
          </p:cNvCxnSpPr>
          <p:nvPr/>
        </p:nvCxnSpPr>
        <p:spPr>
          <a:xfrm flipH="1">
            <a:off x="4395886" y="4735961"/>
            <a:ext cx="3430" cy="50956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20E34AA-DD81-407F-83A3-D726A2594330}"/>
              </a:ext>
            </a:extLst>
          </p:cNvPr>
          <p:cNvCxnSpPr>
            <a:cxnSpLocks/>
          </p:cNvCxnSpPr>
          <p:nvPr/>
        </p:nvCxnSpPr>
        <p:spPr>
          <a:xfrm>
            <a:off x="2477999" y="7150013"/>
            <a:ext cx="0" cy="30075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7155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62544EB5-4E20-427D-9049-FCDC6EAC856F}"/>
              </a:ext>
            </a:extLst>
          </p:cNvPr>
          <p:cNvSpPr>
            <a:spLocks noChangeAspect="1"/>
          </p:cNvSpPr>
          <p:nvPr/>
        </p:nvSpPr>
        <p:spPr>
          <a:xfrm>
            <a:off x="1799865" y="1205744"/>
            <a:ext cx="1371600" cy="918972"/>
          </a:xfrm>
          <a:prstGeom prst="flowChartProcess">
            <a:avLst/>
          </a:prstGeom>
          <a:solidFill>
            <a:srgbClr val="C0000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Flash SET Status and</a:t>
            </a:r>
          </a:p>
          <a:p>
            <a:pPr algn="ctr"/>
            <a:r>
              <a:rPr lang="en-US" sz="1100" b="1" dirty="0"/>
              <a:t>Clear Average Label/Value Display</a:t>
            </a:r>
          </a:p>
          <a:p>
            <a:pPr algn="ctr"/>
            <a:endParaRPr lang="en-US" sz="1100" b="1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D62C164-687A-46DA-B8A9-D4E4FB6D5881}"/>
              </a:ext>
            </a:extLst>
          </p:cNvPr>
          <p:cNvCxnSpPr>
            <a:cxnSpLocks/>
            <a:stCxn id="2" idx="2"/>
            <a:endCxn id="16" idx="0"/>
          </p:cNvCxnSpPr>
          <p:nvPr/>
        </p:nvCxnSpPr>
        <p:spPr>
          <a:xfrm flipH="1">
            <a:off x="2485665" y="888108"/>
            <a:ext cx="1" cy="31763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54645EDD-520E-42C9-B3D1-1F960F19B844}"/>
              </a:ext>
            </a:extLst>
          </p:cNvPr>
          <p:cNvCxnSpPr>
            <a:cxnSpLocks/>
            <a:stCxn id="33" idx="1"/>
            <a:endCxn id="35" idx="1"/>
          </p:cNvCxnSpPr>
          <p:nvPr/>
        </p:nvCxnSpPr>
        <p:spPr>
          <a:xfrm rot="10800000">
            <a:off x="1799865" y="4124058"/>
            <a:ext cx="12700" cy="2460411"/>
          </a:xfrm>
          <a:prstGeom prst="bentConnector3">
            <a:avLst>
              <a:gd name="adj1" fmla="val 6539236"/>
            </a:avLst>
          </a:prstGeom>
          <a:ln w="38100"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83EB0F35-EE4D-45F7-8962-B4263414AF0E}"/>
              </a:ext>
            </a:extLst>
          </p:cNvPr>
          <p:cNvSpPr txBox="1"/>
          <p:nvPr/>
        </p:nvSpPr>
        <p:spPr>
          <a:xfrm>
            <a:off x="233345" y="8655524"/>
            <a:ext cx="3493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Setup Mode Helper</a:t>
            </a:r>
          </a:p>
        </p:txBody>
      </p:sp>
      <p:sp>
        <p:nvSpPr>
          <p:cNvPr id="2" name="Flowchart: Terminator 1">
            <a:extLst>
              <a:ext uri="{FF2B5EF4-FFF2-40B4-BE49-F238E27FC236}">
                <a16:creationId xmlns:a16="http://schemas.microsoft.com/office/drawing/2014/main" id="{FDA3208A-504C-4A0B-B271-B6F4403EC093}"/>
              </a:ext>
            </a:extLst>
          </p:cNvPr>
          <p:cNvSpPr/>
          <p:nvPr/>
        </p:nvSpPr>
        <p:spPr>
          <a:xfrm>
            <a:off x="1542331" y="466358"/>
            <a:ext cx="1886669" cy="421750"/>
          </a:xfrm>
          <a:prstGeom prst="flowChartTerminator">
            <a:avLst/>
          </a:prstGeom>
          <a:solidFill>
            <a:srgbClr val="C0000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err="1"/>
              <a:t>setup_mode</a:t>
            </a:r>
            <a:endParaRPr lang="en-US" sz="1100" b="1" dirty="0"/>
          </a:p>
          <a:p>
            <a:pPr algn="ctr"/>
            <a:r>
              <a:rPr lang="en-US" sz="1100" b="1" dirty="0"/>
              <a:t>Helper</a:t>
            </a:r>
          </a:p>
        </p:txBody>
      </p:sp>
      <p:sp>
        <p:nvSpPr>
          <p:cNvPr id="33" name="Flowchart: Decision 32">
            <a:extLst>
              <a:ext uri="{FF2B5EF4-FFF2-40B4-BE49-F238E27FC236}">
                <a16:creationId xmlns:a16="http://schemas.microsoft.com/office/drawing/2014/main" id="{9601C429-E605-4697-8E00-50E9D0C20512}"/>
              </a:ext>
            </a:extLst>
          </p:cNvPr>
          <p:cNvSpPr>
            <a:spLocks noChangeAspect="1"/>
          </p:cNvSpPr>
          <p:nvPr/>
        </p:nvSpPr>
        <p:spPr>
          <a:xfrm>
            <a:off x="1799865" y="6124982"/>
            <a:ext cx="1371600" cy="918972"/>
          </a:xfrm>
          <a:prstGeom prst="flowChartDecision">
            <a:avLst/>
          </a:prstGeom>
          <a:solidFill>
            <a:srgbClr val="C0000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Select Button Pressed?</a:t>
            </a:r>
          </a:p>
        </p:txBody>
      </p:sp>
      <p:sp>
        <p:nvSpPr>
          <p:cNvPr id="35" name="Flowchart: Process 34">
            <a:extLst>
              <a:ext uri="{FF2B5EF4-FFF2-40B4-BE49-F238E27FC236}">
                <a16:creationId xmlns:a16="http://schemas.microsoft.com/office/drawing/2014/main" id="{A633F932-6AA3-4D04-9ED3-2623954B0FE0}"/>
              </a:ext>
            </a:extLst>
          </p:cNvPr>
          <p:cNvSpPr>
            <a:spLocks noChangeAspect="1"/>
          </p:cNvSpPr>
          <p:nvPr/>
        </p:nvSpPr>
        <p:spPr>
          <a:xfrm>
            <a:off x="1799865" y="3664571"/>
            <a:ext cx="1371600" cy="918972"/>
          </a:xfrm>
          <a:prstGeom prst="flowChartProcess">
            <a:avLst/>
          </a:prstGeom>
          <a:solidFill>
            <a:srgbClr val="C0000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Select Parameter to Change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9EF3948-8899-4009-81D3-FD4F6F4499F2}"/>
              </a:ext>
            </a:extLst>
          </p:cNvPr>
          <p:cNvCxnSpPr>
            <a:cxnSpLocks/>
            <a:stCxn id="35" idx="2"/>
            <a:endCxn id="29" idx="0"/>
          </p:cNvCxnSpPr>
          <p:nvPr/>
        </p:nvCxnSpPr>
        <p:spPr>
          <a:xfrm>
            <a:off x="2485665" y="4583543"/>
            <a:ext cx="0" cy="28891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3CCF592-6D6E-44C5-ABFC-93F988F0B719}"/>
              </a:ext>
            </a:extLst>
          </p:cNvPr>
          <p:cNvSpPr txBox="1"/>
          <p:nvPr/>
        </p:nvSpPr>
        <p:spPr>
          <a:xfrm>
            <a:off x="2456147" y="6996045"/>
            <a:ext cx="352982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100" b="1" dirty="0"/>
              <a:t>No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4F3190B-CBE5-4099-9DEC-041C44DAC352}"/>
              </a:ext>
            </a:extLst>
          </p:cNvPr>
          <p:cNvSpPr txBox="1"/>
          <p:nvPr/>
        </p:nvSpPr>
        <p:spPr>
          <a:xfrm>
            <a:off x="1540170" y="6299041"/>
            <a:ext cx="381576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 b="1" dirty="0"/>
              <a:t>Yes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27C4FDEF-2967-4D37-9357-4E1F4F211FD1}"/>
              </a:ext>
            </a:extLst>
          </p:cNvPr>
          <p:cNvCxnSpPr>
            <a:cxnSpLocks/>
            <a:stCxn id="29" idx="2"/>
            <a:endCxn id="33" idx="0"/>
          </p:cNvCxnSpPr>
          <p:nvPr/>
        </p:nvCxnSpPr>
        <p:spPr>
          <a:xfrm>
            <a:off x="2485665" y="5791432"/>
            <a:ext cx="0" cy="33355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3D2F226-302F-4A8F-A402-7C1BE12DBC66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2485665" y="6996045"/>
            <a:ext cx="0" cy="34087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8" name="Flowchart: Terminator 27">
            <a:extLst>
              <a:ext uri="{FF2B5EF4-FFF2-40B4-BE49-F238E27FC236}">
                <a16:creationId xmlns:a16="http://schemas.microsoft.com/office/drawing/2014/main" id="{72E13E0F-5E25-4CE3-9E2D-F42F24A02B92}"/>
              </a:ext>
            </a:extLst>
          </p:cNvPr>
          <p:cNvSpPr/>
          <p:nvPr/>
        </p:nvSpPr>
        <p:spPr>
          <a:xfrm>
            <a:off x="3844564" y="7604399"/>
            <a:ext cx="1886669" cy="421750"/>
          </a:xfrm>
          <a:prstGeom prst="flowChartTerminator">
            <a:avLst/>
          </a:prstGeom>
          <a:solidFill>
            <a:srgbClr val="C0000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Return New Minimum, Maximum, and Sum</a:t>
            </a:r>
          </a:p>
        </p:txBody>
      </p:sp>
      <p:sp>
        <p:nvSpPr>
          <p:cNvPr id="29" name="Flowchart: Process 28">
            <a:extLst>
              <a:ext uri="{FF2B5EF4-FFF2-40B4-BE49-F238E27FC236}">
                <a16:creationId xmlns:a16="http://schemas.microsoft.com/office/drawing/2014/main" id="{2BF40AE5-0D66-4F4C-9DDA-746B02C3CA4D}"/>
              </a:ext>
            </a:extLst>
          </p:cNvPr>
          <p:cNvSpPr>
            <a:spLocks noChangeAspect="1"/>
          </p:cNvSpPr>
          <p:nvPr/>
        </p:nvSpPr>
        <p:spPr>
          <a:xfrm>
            <a:off x="1799865" y="4872460"/>
            <a:ext cx="1371600" cy="918972"/>
          </a:xfrm>
          <a:prstGeom prst="flowChartProcess">
            <a:avLst/>
          </a:prstGeom>
          <a:solidFill>
            <a:srgbClr val="C0000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Set New Parameter Value</a:t>
            </a:r>
          </a:p>
        </p:txBody>
      </p:sp>
      <p:sp>
        <p:nvSpPr>
          <p:cNvPr id="31" name="Flowchart: Decision 30">
            <a:extLst>
              <a:ext uri="{FF2B5EF4-FFF2-40B4-BE49-F238E27FC236}">
                <a16:creationId xmlns:a16="http://schemas.microsoft.com/office/drawing/2014/main" id="{927DE49A-D525-4ECF-9159-3F8266B8F98C}"/>
              </a:ext>
            </a:extLst>
          </p:cNvPr>
          <p:cNvSpPr>
            <a:spLocks noChangeAspect="1"/>
          </p:cNvSpPr>
          <p:nvPr/>
        </p:nvSpPr>
        <p:spPr>
          <a:xfrm>
            <a:off x="1799865" y="7336920"/>
            <a:ext cx="1371600" cy="918972"/>
          </a:xfrm>
          <a:prstGeom prst="flowChartDecision">
            <a:avLst/>
          </a:prstGeom>
          <a:solidFill>
            <a:srgbClr val="C0000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Setup Button Pressed?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A146DA-BB0B-4DF7-B92C-5B533AF27AE7}"/>
              </a:ext>
            </a:extLst>
          </p:cNvPr>
          <p:cNvSpPr txBox="1"/>
          <p:nvPr/>
        </p:nvSpPr>
        <p:spPr>
          <a:xfrm>
            <a:off x="3045263" y="7515456"/>
            <a:ext cx="381576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 b="1" dirty="0"/>
              <a:t>Yes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FDC3A03-D047-4DDE-BB6D-893F59537364}"/>
              </a:ext>
            </a:extLst>
          </p:cNvPr>
          <p:cNvSpPr txBox="1"/>
          <p:nvPr/>
        </p:nvSpPr>
        <p:spPr>
          <a:xfrm>
            <a:off x="1464430" y="7503689"/>
            <a:ext cx="352982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100" b="1" dirty="0"/>
              <a:t>No</a:t>
            </a: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48EFE78A-1DA3-4E62-A7DE-E7D130C8B896}"/>
              </a:ext>
            </a:extLst>
          </p:cNvPr>
          <p:cNvCxnSpPr>
            <a:cxnSpLocks/>
            <a:stCxn id="31" idx="1"/>
          </p:cNvCxnSpPr>
          <p:nvPr/>
        </p:nvCxnSpPr>
        <p:spPr>
          <a:xfrm rot="10800000">
            <a:off x="983503" y="6584468"/>
            <a:ext cx="816362" cy="1211938"/>
          </a:xfrm>
          <a:prstGeom prst="bent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8A921A9-096A-42CE-B201-BEEFB6CF0F52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2485665" y="3356691"/>
            <a:ext cx="0" cy="30788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E925683-1C10-46CC-B080-F419604669DB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2485665" y="2124716"/>
            <a:ext cx="0" cy="31300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0" name="Flowchart: Process 29">
            <a:extLst>
              <a:ext uri="{FF2B5EF4-FFF2-40B4-BE49-F238E27FC236}">
                <a16:creationId xmlns:a16="http://schemas.microsoft.com/office/drawing/2014/main" id="{1B2EEB4E-3F6F-462B-8128-1C5A9C0F1625}"/>
              </a:ext>
            </a:extLst>
          </p:cNvPr>
          <p:cNvSpPr>
            <a:spLocks noChangeAspect="1"/>
          </p:cNvSpPr>
          <p:nvPr/>
        </p:nvSpPr>
        <p:spPr>
          <a:xfrm>
            <a:off x="1811440" y="2430669"/>
            <a:ext cx="1371600" cy="918972"/>
          </a:xfrm>
          <a:prstGeom prst="flowChartProcess">
            <a:avLst/>
          </a:prstGeom>
          <a:solidFill>
            <a:srgbClr val="C0000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Display Maximum and Minimum Display Range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CEDB3AFF-3EE4-4982-8490-7300B29CC784}"/>
              </a:ext>
            </a:extLst>
          </p:cNvPr>
          <p:cNvCxnSpPr>
            <a:cxnSpLocks/>
            <a:stCxn id="31" idx="3"/>
            <a:endCxn id="41" idx="1"/>
          </p:cNvCxnSpPr>
          <p:nvPr/>
        </p:nvCxnSpPr>
        <p:spPr>
          <a:xfrm flipV="1">
            <a:off x="3171465" y="6584468"/>
            <a:ext cx="930633" cy="1211938"/>
          </a:xfrm>
          <a:prstGeom prst="bentConnector3">
            <a:avLst>
              <a:gd name="adj1" fmla="val 50000"/>
            </a:avLst>
          </a:prstGeom>
          <a:ln w="38100"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1" name="Flowchart: Process 40">
            <a:extLst>
              <a:ext uri="{FF2B5EF4-FFF2-40B4-BE49-F238E27FC236}">
                <a16:creationId xmlns:a16="http://schemas.microsoft.com/office/drawing/2014/main" id="{EC8E376C-3F60-417D-9F05-9EB9016038D2}"/>
              </a:ext>
            </a:extLst>
          </p:cNvPr>
          <p:cNvSpPr>
            <a:spLocks noChangeAspect="1"/>
          </p:cNvSpPr>
          <p:nvPr/>
        </p:nvSpPr>
        <p:spPr>
          <a:xfrm>
            <a:off x="4102098" y="6124982"/>
            <a:ext cx="1371600" cy="918972"/>
          </a:xfrm>
          <a:prstGeom prst="flowChartProcess">
            <a:avLst/>
          </a:prstGeom>
          <a:solidFill>
            <a:srgbClr val="C0000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/>
              <a:t>Flash RESUME Status and Restore Average Label/Value Display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6C8AA00-7B26-4A1A-B534-A83B5B14100A}"/>
              </a:ext>
            </a:extLst>
          </p:cNvPr>
          <p:cNvCxnSpPr>
            <a:cxnSpLocks/>
            <a:stCxn id="41" idx="2"/>
            <a:endCxn id="28" idx="0"/>
          </p:cNvCxnSpPr>
          <p:nvPr/>
        </p:nvCxnSpPr>
        <p:spPr>
          <a:xfrm>
            <a:off x="4787898" y="7043954"/>
            <a:ext cx="1" cy="56044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4961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235</TotalTime>
  <Words>493</Words>
  <Application>Microsoft Office PowerPoint</Application>
  <PresentationFormat>Letter Paper (8.5x11 in)</PresentationFormat>
  <Paragraphs>147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 Goolsbey</dc:creator>
  <cp:lastModifiedBy>Jan Goolsbey</cp:lastModifiedBy>
  <cp:revision>43</cp:revision>
  <dcterms:created xsi:type="dcterms:W3CDTF">2020-01-21T05:18:24Z</dcterms:created>
  <dcterms:modified xsi:type="dcterms:W3CDTF">2020-01-25T06:51:38Z</dcterms:modified>
</cp:coreProperties>
</file>